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6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9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B7EF2A-E9AC-4AF8-AE07-66B2AF7264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D56F57-D71A-4F23-B17C-B7DAE9B391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Scene: Banks and her team first meet the Heptapods behind a glass wall.</a:t>
          </a:r>
        </a:p>
      </dgm:t>
    </dgm:pt>
    <dgm:pt modelId="{51FA7C42-DF72-4322-BD2C-3AA7EB534131}" type="parTrans" cxnId="{31288C9A-4538-42BD-91AC-CD71DF44A935}">
      <dgm:prSet/>
      <dgm:spPr/>
      <dgm:t>
        <a:bodyPr/>
        <a:lstStyle/>
        <a:p>
          <a:endParaRPr lang="en-US"/>
        </a:p>
      </dgm:t>
    </dgm:pt>
    <dgm:pt modelId="{984D6FF4-498D-4164-9F56-AA3692A8A802}" type="sibTrans" cxnId="{31288C9A-4538-42BD-91AC-CD71DF44A935}">
      <dgm:prSet/>
      <dgm:spPr/>
      <dgm:t>
        <a:bodyPr/>
        <a:lstStyle/>
        <a:p>
          <a:endParaRPr lang="en-US"/>
        </a:p>
      </dgm:t>
    </dgm:pt>
    <dgm:pt modelId="{F3B5B831-F59C-487C-AE71-7E2C82E34F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Problem: No shared language or reference pure unsupervised learning.</a:t>
          </a:r>
        </a:p>
      </dgm:t>
    </dgm:pt>
    <dgm:pt modelId="{C5F62715-A9CC-4F62-BE86-17C2D4F24E3A}" type="parTrans" cxnId="{2FD4FD9F-168B-45C5-883A-C8AA820E098C}">
      <dgm:prSet/>
      <dgm:spPr/>
      <dgm:t>
        <a:bodyPr/>
        <a:lstStyle/>
        <a:p>
          <a:endParaRPr lang="en-US"/>
        </a:p>
      </dgm:t>
    </dgm:pt>
    <dgm:pt modelId="{F8B1F195-F4FE-4804-8430-5CA746A1E468}" type="sibTrans" cxnId="{2FD4FD9F-168B-45C5-883A-C8AA820E098C}">
      <dgm:prSet/>
      <dgm:spPr/>
      <dgm:t>
        <a:bodyPr/>
        <a:lstStyle/>
        <a:p>
          <a:endParaRPr lang="en-US"/>
        </a:p>
      </dgm:t>
    </dgm:pt>
    <dgm:pt modelId="{C9C33BC3-E0CD-4B42-863D-FB75CE6AF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Heptapod Language: Circular ink logograms complex, non-linear symbols.</a:t>
          </a:r>
        </a:p>
      </dgm:t>
    </dgm:pt>
    <dgm:pt modelId="{C805E555-BC56-420F-A4D9-9A63F70F9336}" type="parTrans" cxnId="{3B0F019C-E532-44BB-A4A5-D2881472A488}">
      <dgm:prSet/>
      <dgm:spPr/>
      <dgm:t>
        <a:bodyPr/>
        <a:lstStyle/>
        <a:p>
          <a:endParaRPr lang="en-US"/>
        </a:p>
      </dgm:t>
    </dgm:pt>
    <dgm:pt modelId="{6F228F3B-25A7-4C41-8202-D5D5856F6C69}" type="sibTrans" cxnId="{3B0F019C-E532-44BB-A4A5-D2881472A488}">
      <dgm:prSet/>
      <dgm:spPr/>
      <dgm:t>
        <a:bodyPr/>
        <a:lstStyle/>
        <a:p>
          <a:endParaRPr lang="en-US"/>
        </a:p>
      </dgm:t>
    </dgm:pt>
    <dgm:pt modelId="{FA4C23F6-7082-4303-AF96-F571CB0B35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Human Attempt: Start with supervised methods showing labeled signs like “HUMAN,” but no way to confirm mutual understanding.</a:t>
          </a:r>
        </a:p>
      </dgm:t>
    </dgm:pt>
    <dgm:pt modelId="{FCBEEC32-43ED-4733-9189-08B2F54BD43E}" type="parTrans" cxnId="{4E91737E-2AF7-42E6-AB58-144FE974C8C9}">
      <dgm:prSet/>
      <dgm:spPr/>
      <dgm:t>
        <a:bodyPr/>
        <a:lstStyle/>
        <a:p>
          <a:endParaRPr lang="en-US"/>
        </a:p>
      </dgm:t>
    </dgm:pt>
    <dgm:pt modelId="{9253CCA8-ECE5-405B-A30C-373E2FD9FF19}" type="sibTrans" cxnId="{4E91737E-2AF7-42E6-AB58-144FE974C8C9}">
      <dgm:prSet/>
      <dgm:spPr/>
      <dgm:t>
        <a:bodyPr/>
        <a:lstStyle/>
        <a:p>
          <a:endParaRPr lang="en-US"/>
        </a:p>
      </dgm:t>
    </dgm:pt>
    <dgm:pt modelId="{1F940799-6A4B-4754-9341-9375787A7EF5}" type="pres">
      <dgm:prSet presAssocID="{57B7EF2A-E9AC-4AF8-AE07-66B2AF72644A}" presName="root" presStyleCnt="0">
        <dgm:presLayoutVars>
          <dgm:dir/>
          <dgm:resizeHandles val="exact"/>
        </dgm:presLayoutVars>
      </dgm:prSet>
      <dgm:spPr/>
    </dgm:pt>
    <dgm:pt modelId="{DA7DDF18-EE1D-49C0-8554-B076F11781CA}" type="pres">
      <dgm:prSet presAssocID="{9BD56F57-D71A-4F23-B17C-B7DAE9B39156}" presName="compNode" presStyleCnt="0"/>
      <dgm:spPr/>
    </dgm:pt>
    <dgm:pt modelId="{DA51AB97-1EBB-4BF8-BD09-94D84A42EA8F}" type="pres">
      <dgm:prSet presAssocID="{9BD56F57-D71A-4F23-B17C-B7DAE9B39156}" presName="bgRect" presStyleLbl="bgShp" presStyleIdx="0" presStyleCnt="4"/>
      <dgm:spPr/>
    </dgm:pt>
    <dgm:pt modelId="{F7A3AA95-6DA0-4DE4-B920-FAAAF044E4E3}" type="pres">
      <dgm:prSet presAssocID="{9BD56F57-D71A-4F23-B17C-B7DAE9B391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39EA2F8-1BB8-4A60-BB0C-E3B14F176F07}" type="pres">
      <dgm:prSet presAssocID="{9BD56F57-D71A-4F23-B17C-B7DAE9B39156}" presName="spaceRect" presStyleCnt="0"/>
      <dgm:spPr/>
    </dgm:pt>
    <dgm:pt modelId="{6B955E06-E31D-41EE-B073-8EC058C00EA9}" type="pres">
      <dgm:prSet presAssocID="{9BD56F57-D71A-4F23-B17C-B7DAE9B39156}" presName="parTx" presStyleLbl="revTx" presStyleIdx="0" presStyleCnt="4">
        <dgm:presLayoutVars>
          <dgm:chMax val="0"/>
          <dgm:chPref val="0"/>
        </dgm:presLayoutVars>
      </dgm:prSet>
      <dgm:spPr/>
    </dgm:pt>
    <dgm:pt modelId="{534569D9-CE14-48C2-BBF9-7F5DD7E79CD9}" type="pres">
      <dgm:prSet presAssocID="{984D6FF4-498D-4164-9F56-AA3692A8A802}" presName="sibTrans" presStyleCnt="0"/>
      <dgm:spPr/>
    </dgm:pt>
    <dgm:pt modelId="{B712A33A-EA81-4A15-A5AF-817CAEC2798D}" type="pres">
      <dgm:prSet presAssocID="{F3B5B831-F59C-487C-AE71-7E2C82E34F0C}" presName="compNode" presStyleCnt="0"/>
      <dgm:spPr/>
    </dgm:pt>
    <dgm:pt modelId="{308D369D-FCCE-4459-9256-5BAB69E94635}" type="pres">
      <dgm:prSet presAssocID="{F3B5B831-F59C-487C-AE71-7E2C82E34F0C}" presName="bgRect" presStyleLbl="bgShp" presStyleIdx="1" presStyleCnt="4"/>
      <dgm:spPr/>
    </dgm:pt>
    <dgm:pt modelId="{3D4D2CDA-49FD-4355-BB5B-830EFE701470}" type="pres">
      <dgm:prSet presAssocID="{F3B5B831-F59C-487C-AE71-7E2C82E34F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E838EF6-B711-47FD-B4ED-0B69752AD815}" type="pres">
      <dgm:prSet presAssocID="{F3B5B831-F59C-487C-AE71-7E2C82E34F0C}" presName="spaceRect" presStyleCnt="0"/>
      <dgm:spPr/>
    </dgm:pt>
    <dgm:pt modelId="{B795F959-2F4D-45C2-BB0D-BA33FDA7587C}" type="pres">
      <dgm:prSet presAssocID="{F3B5B831-F59C-487C-AE71-7E2C82E34F0C}" presName="parTx" presStyleLbl="revTx" presStyleIdx="1" presStyleCnt="4">
        <dgm:presLayoutVars>
          <dgm:chMax val="0"/>
          <dgm:chPref val="0"/>
        </dgm:presLayoutVars>
      </dgm:prSet>
      <dgm:spPr/>
    </dgm:pt>
    <dgm:pt modelId="{73CEE306-2E68-4620-91AE-83646BEB2C5A}" type="pres">
      <dgm:prSet presAssocID="{F8B1F195-F4FE-4804-8430-5CA746A1E468}" presName="sibTrans" presStyleCnt="0"/>
      <dgm:spPr/>
    </dgm:pt>
    <dgm:pt modelId="{84C30EEB-7324-4923-96F6-F1362140DCF3}" type="pres">
      <dgm:prSet presAssocID="{C9C33BC3-E0CD-4B42-863D-FB75CE6AFAAE}" presName="compNode" presStyleCnt="0"/>
      <dgm:spPr/>
    </dgm:pt>
    <dgm:pt modelId="{5FC3AEB7-8DB3-481D-B102-519B09C2FE47}" type="pres">
      <dgm:prSet presAssocID="{C9C33BC3-E0CD-4B42-863D-FB75CE6AFAAE}" presName="bgRect" presStyleLbl="bgShp" presStyleIdx="2" presStyleCnt="4"/>
      <dgm:spPr/>
    </dgm:pt>
    <dgm:pt modelId="{E8127498-1952-4DCA-9763-E6F72EA1E355}" type="pres">
      <dgm:prSet presAssocID="{C9C33BC3-E0CD-4B42-863D-FB75CE6AFA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06E2EAC-D83D-4C76-9A76-8F433315A62F}" type="pres">
      <dgm:prSet presAssocID="{C9C33BC3-E0CD-4B42-863D-FB75CE6AFAAE}" presName="spaceRect" presStyleCnt="0"/>
      <dgm:spPr/>
    </dgm:pt>
    <dgm:pt modelId="{CFD2DD2C-DD5E-4CDC-8B89-D9898FF1BE55}" type="pres">
      <dgm:prSet presAssocID="{C9C33BC3-E0CD-4B42-863D-FB75CE6AFAAE}" presName="parTx" presStyleLbl="revTx" presStyleIdx="2" presStyleCnt="4">
        <dgm:presLayoutVars>
          <dgm:chMax val="0"/>
          <dgm:chPref val="0"/>
        </dgm:presLayoutVars>
      </dgm:prSet>
      <dgm:spPr/>
    </dgm:pt>
    <dgm:pt modelId="{209F4A5A-B9DB-470C-9B17-8D7547865CEB}" type="pres">
      <dgm:prSet presAssocID="{6F228F3B-25A7-4C41-8202-D5D5856F6C69}" presName="sibTrans" presStyleCnt="0"/>
      <dgm:spPr/>
    </dgm:pt>
    <dgm:pt modelId="{A6F83D9F-0DD8-45DD-88BF-0EC2AAAC5911}" type="pres">
      <dgm:prSet presAssocID="{FA4C23F6-7082-4303-AF96-F571CB0B35A7}" presName="compNode" presStyleCnt="0"/>
      <dgm:spPr/>
    </dgm:pt>
    <dgm:pt modelId="{54BE493B-5AAF-4D1A-928B-8A9A83216924}" type="pres">
      <dgm:prSet presAssocID="{FA4C23F6-7082-4303-AF96-F571CB0B35A7}" presName="bgRect" presStyleLbl="bgShp" presStyleIdx="3" presStyleCnt="4"/>
      <dgm:spPr/>
    </dgm:pt>
    <dgm:pt modelId="{7F1001D0-412D-4C4C-96DD-EFD3CC8FA3D0}" type="pres">
      <dgm:prSet presAssocID="{FA4C23F6-7082-4303-AF96-F571CB0B35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B68F583-6E85-4428-99AD-A8087F796E68}" type="pres">
      <dgm:prSet presAssocID="{FA4C23F6-7082-4303-AF96-F571CB0B35A7}" presName="spaceRect" presStyleCnt="0"/>
      <dgm:spPr/>
    </dgm:pt>
    <dgm:pt modelId="{D290032A-209E-4F8E-81C8-DE02DE3662D5}" type="pres">
      <dgm:prSet presAssocID="{FA4C23F6-7082-4303-AF96-F571CB0B35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B22538-2C96-4FDB-BF06-127CC4DF8A93}" type="presOf" srcId="{FA4C23F6-7082-4303-AF96-F571CB0B35A7}" destId="{D290032A-209E-4F8E-81C8-DE02DE3662D5}" srcOrd="0" destOrd="0" presId="urn:microsoft.com/office/officeart/2018/2/layout/IconVerticalSolidList"/>
    <dgm:cxn modelId="{1BE21B41-05E7-488D-B5B8-5722608F6E88}" type="presOf" srcId="{57B7EF2A-E9AC-4AF8-AE07-66B2AF72644A}" destId="{1F940799-6A4B-4754-9341-9375787A7EF5}" srcOrd="0" destOrd="0" presId="urn:microsoft.com/office/officeart/2018/2/layout/IconVerticalSolidList"/>
    <dgm:cxn modelId="{0C0A4164-338B-44C2-8C88-7953D3623B3D}" type="presOf" srcId="{9BD56F57-D71A-4F23-B17C-B7DAE9B39156}" destId="{6B955E06-E31D-41EE-B073-8EC058C00EA9}" srcOrd="0" destOrd="0" presId="urn:microsoft.com/office/officeart/2018/2/layout/IconVerticalSolidList"/>
    <dgm:cxn modelId="{1F42BD65-AFB9-42E2-B792-5A38CFCCFD0D}" type="presOf" srcId="{C9C33BC3-E0CD-4B42-863D-FB75CE6AFAAE}" destId="{CFD2DD2C-DD5E-4CDC-8B89-D9898FF1BE55}" srcOrd="0" destOrd="0" presId="urn:microsoft.com/office/officeart/2018/2/layout/IconVerticalSolidList"/>
    <dgm:cxn modelId="{4E91737E-2AF7-42E6-AB58-144FE974C8C9}" srcId="{57B7EF2A-E9AC-4AF8-AE07-66B2AF72644A}" destId="{FA4C23F6-7082-4303-AF96-F571CB0B35A7}" srcOrd="3" destOrd="0" parTransId="{FCBEEC32-43ED-4733-9189-08B2F54BD43E}" sibTransId="{9253CCA8-ECE5-405B-A30C-373E2FD9FF19}"/>
    <dgm:cxn modelId="{31288C9A-4538-42BD-91AC-CD71DF44A935}" srcId="{57B7EF2A-E9AC-4AF8-AE07-66B2AF72644A}" destId="{9BD56F57-D71A-4F23-B17C-B7DAE9B39156}" srcOrd="0" destOrd="0" parTransId="{51FA7C42-DF72-4322-BD2C-3AA7EB534131}" sibTransId="{984D6FF4-498D-4164-9F56-AA3692A8A802}"/>
    <dgm:cxn modelId="{3B0F019C-E532-44BB-A4A5-D2881472A488}" srcId="{57B7EF2A-E9AC-4AF8-AE07-66B2AF72644A}" destId="{C9C33BC3-E0CD-4B42-863D-FB75CE6AFAAE}" srcOrd="2" destOrd="0" parTransId="{C805E555-BC56-420F-A4D9-9A63F70F9336}" sibTransId="{6F228F3B-25A7-4C41-8202-D5D5856F6C69}"/>
    <dgm:cxn modelId="{2FD4FD9F-168B-45C5-883A-C8AA820E098C}" srcId="{57B7EF2A-E9AC-4AF8-AE07-66B2AF72644A}" destId="{F3B5B831-F59C-487C-AE71-7E2C82E34F0C}" srcOrd="1" destOrd="0" parTransId="{C5F62715-A9CC-4F62-BE86-17C2D4F24E3A}" sibTransId="{F8B1F195-F4FE-4804-8430-5CA746A1E468}"/>
    <dgm:cxn modelId="{75CDE5C7-8E52-455E-AC07-52A496BB8018}" type="presOf" srcId="{F3B5B831-F59C-487C-AE71-7E2C82E34F0C}" destId="{B795F959-2F4D-45C2-BB0D-BA33FDA7587C}" srcOrd="0" destOrd="0" presId="urn:microsoft.com/office/officeart/2018/2/layout/IconVerticalSolidList"/>
    <dgm:cxn modelId="{423D2F75-A193-4A07-B57A-8A799024C445}" type="presParOf" srcId="{1F940799-6A4B-4754-9341-9375787A7EF5}" destId="{DA7DDF18-EE1D-49C0-8554-B076F11781CA}" srcOrd="0" destOrd="0" presId="urn:microsoft.com/office/officeart/2018/2/layout/IconVerticalSolidList"/>
    <dgm:cxn modelId="{86F2561A-D364-4796-B820-FFFFC309B31A}" type="presParOf" srcId="{DA7DDF18-EE1D-49C0-8554-B076F11781CA}" destId="{DA51AB97-1EBB-4BF8-BD09-94D84A42EA8F}" srcOrd="0" destOrd="0" presId="urn:microsoft.com/office/officeart/2018/2/layout/IconVerticalSolidList"/>
    <dgm:cxn modelId="{39A55255-17F8-4BB9-B015-341F5A777439}" type="presParOf" srcId="{DA7DDF18-EE1D-49C0-8554-B076F11781CA}" destId="{F7A3AA95-6DA0-4DE4-B920-FAAAF044E4E3}" srcOrd="1" destOrd="0" presId="urn:microsoft.com/office/officeart/2018/2/layout/IconVerticalSolidList"/>
    <dgm:cxn modelId="{8770694B-601D-4C97-AB9D-70CDAA78DFA7}" type="presParOf" srcId="{DA7DDF18-EE1D-49C0-8554-B076F11781CA}" destId="{839EA2F8-1BB8-4A60-BB0C-E3B14F176F07}" srcOrd="2" destOrd="0" presId="urn:microsoft.com/office/officeart/2018/2/layout/IconVerticalSolidList"/>
    <dgm:cxn modelId="{37B21E6B-6B50-4622-B788-CBE733FB1C2C}" type="presParOf" srcId="{DA7DDF18-EE1D-49C0-8554-B076F11781CA}" destId="{6B955E06-E31D-41EE-B073-8EC058C00EA9}" srcOrd="3" destOrd="0" presId="urn:microsoft.com/office/officeart/2018/2/layout/IconVerticalSolidList"/>
    <dgm:cxn modelId="{CE73537A-D759-4DAF-9409-32C8574E472A}" type="presParOf" srcId="{1F940799-6A4B-4754-9341-9375787A7EF5}" destId="{534569D9-CE14-48C2-BBF9-7F5DD7E79CD9}" srcOrd="1" destOrd="0" presId="urn:microsoft.com/office/officeart/2018/2/layout/IconVerticalSolidList"/>
    <dgm:cxn modelId="{F0959EB4-FBEF-4A14-97E2-0EE900D9DF6F}" type="presParOf" srcId="{1F940799-6A4B-4754-9341-9375787A7EF5}" destId="{B712A33A-EA81-4A15-A5AF-817CAEC2798D}" srcOrd="2" destOrd="0" presId="urn:microsoft.com/office/officeart/2018/2/layout/IconVerticalSolidList"/>
    <dgm:cxn modelId="{7342138A-E7EA-4150-A7CE-BA1F9BDA7EFB}" type="presParOf" srcId="{B712A33A-EA81-4A15-A5AF-817CAEC2798D}" destId="{308D369D-FCCE-4459-9256-5BAB69E94635}" srcOrd="0" destOrd="0" presId="urn:microsoft.com/office/officeart/2018/2/layout/IconVerticalSolidList"/>
    <dgm:cxn modelId="{87F3644E-6999-4316-A146-FAAB0786C3D6}" type="presParOf" srcId="{B712A33A-EA81-4A15-A5AF-817CAEC2798D}" destId="{3D4D2CDA-49FD-4355-BB5B-830EFE701470}" srcOrd="1" destOrd="0" presId="urn:microsoft.com/office/officeart/2018/2/layout/IconVerticalSolidList"/>
    <dgm:cxn modelId="{28DFBD4F-7EFC-47F5-BE5C-B81A22EF91C5}" type="presParOf" srcId="{B712A33A-EA81-4A15-A5AF-817CAEC2798D}" destId="{BE838EF6-B711-47FD-B4ED-0B69752AD815}" srcOrd="2" destOrd="0" presId="urn:microsoft.com/office/officeart/2018/2/layout/IconVerticalSolidList"/>
    <dgm:cxn modelId="{A3CCB539-1F80-4C23-AC70-1804CAF5B30A}" type="presParOf" srcId="{B712A33A-EA81-4A15-A5AF-817CAEC2798D}" destId="{B795F959-2F4D-45C2-BB0D-BA33FDA7587C}" srcOrd="3" destOrd="0" presId="urn:microsoft.com/office/officeart/2018/2/layout/IconVerticalSolidList"/>
    <dgm:cxn modelId="{9BEB73D2-A7CD-496B-A50F-1AB289ABFB73}" type="presParOf" srcId="{1F940799-6A4B-4754-9341-9375787A7EF5}" destId="{73CEE306-2E68-4620-91AE-83646BEB2C5A}" srcOrd="3" destOrd="0" presId="urn:microsoft.com/office/officeart/2018/2/layout/IconVerticalSolidList"/>
    <dgm:cxn modelId="{34AC2B91-4210-4FD7-A7B8-10C1D329DD3C}" type="presParOf" srcId="{1F940799-6A4B-4754-9341-9375787A7EF5}" destId="{84C30EEB-7324-4923-96F6-F1362140DCF3}" srcOrd="4" destOrd="0" presId="urn:microsoft.com/office/officeart/2018/2/layout/IconVerticalSolidList"/>
    <dgm:cxn modelId="{9226856A-0F6F-49D6-8F8A-2A12F813E5BC}" type="presParOf" srcId="{84C30EEB-7324-4923-96F6-F1362140DCF3}" destId="{5FC3AEB7-8DB3-481D-B102-519B09C2FE47}" srcOrd="0" destOrd="0" presId="urn:microsoft.com/office/officeart/2018/2/layout/IconVerticalSolidList"/>
    <dgm:cxn modelId="{4D6F1176-C32B-4CE4-B782-624C798CA6C1}" type="presParOf" srcId="{84C30EEB-7324-4923-96F6-F1362140DCF3}" destId="{E8127498-1952-4DCA-9763-E6F72EA1E355}" srcOrd="1" destOrd="0" presId="urn:microsoft.com/office/officeart/2018/2/layout/IconVerticalSolidList"/>
    <dgm:cxn modelId="{A79ABCB2-176F-4C2C-9D91-2BB6D91D62C5}" type="presParOf" srcId="{84C30EEB-7324-4923-96F6-F1362140DCF3}" destId="{A06E2EAC-D83D-4C76-9A76-8F433315A62F}" srcOrd="2" destOrd="0" presId="urn:microsoft.com/office/officeart/2018/2/layout/IconVerticalSolidList"/>
    <dgm:cxn modelId="{8CD9C613-C884-4598-B30E-D01905C474C9}" type="presParOf" srcId="{84C30EEB-7324-4923-96F6-F1362140DCF3}" destId="{CFD2DD2C-DD5E-4CDC-8B89-D9898FF1BE55}" srcOrd="3" destOrd="0" presId="urn:microsoft.com/office/officeart/2018/2/layout/IconVerticalSolidList"/>
    <dgm:cxn modelId="{D5E3B18A-390D-4590-B6CA-E7E11BBD7C35}" type="presParOf" srcId="{1F940799-6A4B-4754-9341-9375787A7EF5}" destId="{209F4A5A-B9DB-470C-9B17-8D7547865CEB}" srcOrd="5" destOrd="0" presId="urn:microsoft.com/office/officeart/2018/2/layout/IconVerticalSolidList"/>
    <dgm:cxn modelId="{01DED0CB-4874-48B1-84B2-EC647071746E}" type="presParOf" srcId="{1F940799-6A4B-4754-9341-9375787A7EF5}" destId="{A6F83D9F-0DD8-45DD-88BF-0EC2AAAC5911}" srcOrd="6" destOrd="0" presId="urn:microsoft.com/office/officeart/2018/2/layout/IconVerticalSolidList"/>
    <dgm:cxn modelId="{FB8F93B2-9869-4105-A924-47D35C002627}" type="presParOf" srcId="{A6F83D9F-0DD8-45DD-88BF-0EC2AAAC5911}" destId="{54BE493B-5AAF-4D1A-928B-8A9A83216924}" srcOrd="0" destOrd="0" presId="urn:microsoft.com/office/officeart/2018/2/layout/IconVerticalSolidList"/>
    <dgm:cxn modelId="{E0F9E1A2-20FF-415F-AA06-4C9551A0C0DD}" type="presParOf" srcId="{A6F83D9F-0DD8-45DD-88BF-0EC2AAAC5911}" destId="{7F1001D0-412D-4C4C-96DD-EFD3CC8FA3D0}" srcOrd="1" destOrd="0" presId="urn:microsoft.com/office/officeart/2018/2/layout/IconVerticalSolidList"/>
    <dgm:cxn modelId="{0ED4D021-6216-480D-A4DE-DAAD5B6ED3A6}" type="presParOf" srcId="{A6F83D9F-0DD8-45DD-88BF-0EC2AAAC5911}" destId="{AB68F583-6E85-4428-99AD-A8087F796E68}" srcOrd="2" destOrd="0" presId="urn:microsoft.com/office/officeart/2018/2/layout/IconVerticalSolidList"/>
    <dgm:cxn modelId="{BFA31664-1DB5-4A7A-B911-2044986C33CA}" type="presParOf" srcId="{A6F83D9F-0DD8-45DD-88BF-0EC2AAAC5911}" destId="{D290032A-209E-4F8E-81C8-DE02DE3662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F3777C-0424-4BF9-A0CD-2496D9F7AD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D7CCFE-5D71-4754-9C66-8E97643D9D37}">
      <dgm:prSet/>
      <dgm:spPr/>
      <dgm:t>
        <a:bodyPr/>
        <a:lstStyle/>
        <a:p>
          <a:r>
            <a:rPr lang="en-US"/>
            <a:t>No Labels:There’s no dictionary or meaning guide  just unknown symbols.</a:t>
          </a:r>
        </a:p>
      </dgm:t>
    </dgm:pt>
    <dgm:pt modelId="{F957C79B-9F46-4628-B237-F79E95F131EA}" type="parTrans" cxnId="{937CC7E1-C222-4087-84FA-C4F5AF87D78B}">
      <dgm:prSet/>
      <dgm:spPr/>
      <dgm:t>
        <a:bodyPr/>
        <a:lstStyle/>
        <a:p>
          <a:endParaRPr lang="en-US"/>
        </a:p>
      </dgm:t>
    </dgm:pt>
    <dgm:pt modelId="{A6FEC211-FF85-4414-A7DB-899E0BF2CEE7}" type="sibTrans" cxnId="{937CC7E1-C222-4087-84FA-C4F5AF87D78B}">
      <dgm:prSet/>
      <dgm:spPr/>
      <dgm:t>
        <a:bodyPr/>
        <a:lstStyle/>
        <a:p>
          <a:endParaRPr lang="en-US"/>
        </a:p>
      </dgm:t>
    </dgm:pt>
    <dgm:pt modelId="{BD89BC9D-2604-4FEE-82F2-33936F89D18A}">
      <dgm:prSet/>
      <dgm:spPr/>
      <dgm:t>
        <a:bodyPr/>
        <a:lstStyle/>
        <a:p>
          <a:r>
            <a:rPr lang="en-US"/>
            <a:t>The “Chicken and Egg” Issue:Banks can’t ask big questions until both sides understand basic words.</a:t>
          </a:r>
        </a:p>
      </dgm:t>
    </dgm:pt>
    <dgm:pt modelId="{60275D96-A98B-476E-BA65-A899D2A863B0}" type="parTrans" cxnId="{71C8E9EA-D880-469E-9565-BC6177D93704}">
      <dgm:prSet/>
      <dgm:spPr/>
      <dgm:t>
        <a:bodyPr/>
        <a:lstStyle/>
        <a:p>
          <a:endParaRPr lang="en-US"/>
        </a:p>
      </dgm:t>
    </dgm:pt>
    <dgm:pt modelId="{BE528857-F156-473E-AB4A-5F25F9C58D25}" type="sibTrans" cxnId="{71C8E9EA-D880-469E-9565-BC6177D93704}">
      <dgm:prSet/>
      <dgm:spPr/>
      <dgm:t>
        <a:bodyPr/>
        <a:lstStyle/>
        <a:p>
          <a:endParaRPr lang="en-US"/>
        </a:p>
      </dgm:t>
    </dgm:pt>
    <dgm:pt modelId="{BBF43565-C78C-4B66-AAEA-6F264F27EEEE}">
      <dgm:prSet/>
      <dgm:spPr/>
      <dgm:t>
        <a:bodyPr/>
        <a:lstStyle/>
        <a:p>
          <a:r>
            <a:rPr lang="en-US"/>
            <a:t>Different Way of Thinking:The Heptapods’ language shows the whole idea at once, not word by word.</a:t>
          </a:r>
        </a:p>
      </dgm:t>
    </dgm:pt>
    <dgm:pt modelId="{0F0F7DCD-3445-4A19-9E2F-7E475B6848B5}" type="parTrans" cxnId="{F0CA483D-DE23-4940-A2F5-592543256E0F}">
      <dgm:prSet/>
      <dgm:spPr/>
      <dgm:t>
        <a:bodyPr/>
        <a:lstStyle/>
        <a:p>
          <a:endParaRPr lang="en-US"/>
        </a:p>
      </dgm:t>
    </dgm:pt>
    <dgm:pt modelId="{8EA976B5-9B2F-4C8D-8A1B-6D88B1873E9E}" type="sibTrans" cxnId="{F0CA483D-DE23-4940-A2F5-592543256E0F}">
      <dgm:prSet/>
      <dgm:spPr/>
      <dgm:t>
        <a:bodyPr/>
        <a:lstStyle/>
        <a:p>
          <a:endParaRPr lang="en-US"/>
        </a:p>
      </dgm:t>
    </dgm:pt>
    <dgm:pt modelId="{6F7DBC7B-7676-4E08-88EF-9404390ABA7F}">
      <dgm:prSet/>
      <dgm:spPr/>
      <dgm:t>
        <a:bodyPr/>
        <a:lstStyle/>
        <a:p>
          <a:r>
            <a:rPr lang="en-US"/>
            <a:t>➜ Banks must turn this complex pattern into something humans can understand.</a:t>
          </a:r>
        </a:p>
      </dgm:t>
    </dgm:pt>
    <dgm:pt modelId="{312987FC-44D5-4BE9-A87A-FB9CF865DD31}" type="parTrans" cxnId="{1874DC35-DF26-4D66-A9B0-E68355F972AA}">
      <dgm:prSet/>
      <dgm:spPr/>
      <dgm:t>
        <a:bodyPr/>
        <a:lstStyle/>
        <a:p>
          <a:endParaRPr lang="en-US"/>
        </a:p>
      </dgm:t>
    </dgm:pt>
    <dgm:pt modelId="{B00A6AB2-BD76-489D-9049-E718BE7923DA}" type="sibTrans" cxnId="{1874DC35-DF26-4D66-A9B0-E68355F972AA}">
      <dgm:prSet/>
      <dgm:spPr/>
      <dgm:t>
        <a:bodyPr/>
        <a:lstStyle/>
        <a:p>
          <a:endParaRPr lang="en-US"/>
        </a:p>
      </dgm:t>
    </dgm:pt>
    <dgm:pt modelId="{2E6EB24A-12AB-41D0-827B-B6C579AA99B1}" type="pres">
      <dgm:prSet presAssocID="{AFF3777C-0424-4BF9-A0CD-2496D9F7AD8B}" presName="vert0" presStyleCnt="0">
        <dgm:presLayoutVars>
          <dgm:dir/>
          <dgm:animOne val="branch"/>
          <dgm:animLvl val="lvl"/>
        </dgm:presLayoutVars>
      </dgm:prSet>
      <dgm:spPr/>
    </dgm:pt>
    <dgm:pt modelId="{FC179D6C-741D-4327-9E51-4C4CBBA7F9C6}" type="pres">
      <dgm:prSet presAssocID="{FAD7CCFE-5D71-4754-9C66-8E97643D9D37}" presName="thickLine" presStyleLbl="alignNode1" presStyleIdx="0" presStyleCnt="4"/>
      <dgm:spPr/>
    </dgm:pt>
    <dgm:pt modelId="{54D17B46-5EFA-47B0-B8D8-04B4D77000E3}" type="pres">
      <dgm:prSet presAssocID="{FAD7CCFE-5D71-4754-9C66-8E97643D9D37}" presName="horz1" presStyleCnt="0"/>
      <dgm:spPr/>
    </dgm:pt>
    <dgm:pt modelId="{8D899E65-E553-43D9-ACF4-8155244632D5}" type="pres">
      <dgm:prSet presAssocID="{FAD7CCFE-5D71-4754-9C66-8E97643D9D37}" presName="tx1" presStyleLbl="revTx" presStyleIdx="0" presStyleCnt="4"/>
      <dgm:spPr/>
    </dgm:pt>
    <dgm:pt modelId="{E82078E8-CB2F-4ED4-87AC-DC0BF3E6C74C}" type="pres">
      <dgm:prSet presAssocID="{FAD7CCFE-5D71-4754-9C66-8E97643D9D37}" presName="vert1" presStyleCnt="0"/>
      <dgm:spPr/>
    </dgm:pt>
    <dgm:pt modelId="{ED03ECF0-6ACE-46C8-8883-8CB1F303A531}" type="pres">
      <dgm:prSet presAssocID="{BD89BC9D-2604-4FEE-82F2-33936F89D18A}" presName="thickLine" presStyleLbl="alignNode1" presStyleIdx="1" presStyleCnt="4"/>
      <dgm:spPr/>
    </dgm:pt>
    <dgm:pt modelId="{571E3ECD-371A-4DF3-8A97-D91F6654F8BF}" type="pres">
      <dgm:prSet presAssocID="{BD89BC9D-2604-4FEE-82F2-33936F89D18A}" presName="horz1" presStyleCnt="0"/>
      <dgm:spPr/>
    </dgm:pt>
    <dgm:pt modelId="{EDD23DE1-77D4-40DB-A255-9A8C4402D70E}" type="pres">
      <dgm:prSet presAssocID="{BD89BC9D-2604-4FEE-82F2-33936F89D18A}" presName="tx1" presStyleLbl="revTx" presStyleIdx="1" presStyleCnt="4"/>
      <dgm:spPr/>
    </dgm:pt>
    <dgm:pt modelId="{4192827E-3871-4C4C-AD8A-042AFBA5A5B1}" type="pres">
      <dgm:prSet presAssocID="{BD89BC9D-2604-4FEE-82F2-33936F89D18A}" presName="vert1" presStyleCnt="0"/>
      <dgm:spPr/>
    </dgm:pt>
    <dgm:pt modelId="{D9D0C740-5E8A-4CE4-9190-9350CCE1CD0D}" type="pres">
      <dgm:prSet presAssocID="{BBF43565-C78C-4B66-AAEA-6F264F27EEEE}" presName="thickLine" presStyleLbl="alignNode1" presStyleIdx="2" presStyleCnt="4"/>
      <dgm:spPr/>
    </dgm:pt>
    <dgm:pt modelId="{CBA14BA8-1E8A-48B0-BE73-18F2B0101A2E}" type="pres">
      <dgm:prSet presAssocID="{BBF43565-C78C-4B66-AAEA-6F264F27EEEE}" presName="horz1" presStyleCnt="0"/>
      <dgm:spPr/>
    </dgm:pt>
    <dgm:pt modelId="{1B0FD14C-A091-4B0B-A91B-45835F4CB793}" type="pres">
      <dgm:prSet presAssocID="{BBF43565-C78C-4B66-AAEA-6F264F27EEEE}" presName="tx1" presStyleLbl="revTx" presStyleIdx="2" presStyleCnt="4"/>
      <dgm:spPr/>
    </dgm:pt>
    <dgm:pt modelId="{DA162DF7-327E-4C23-9C97-9EC0ED205CB0}" type="pres">
      <dgm:prSet presAssocID="{BBF43565-C78C-4B66-AAEA-6F264F27EEEE}" presName="vert1" presStyleCnt="0"/>
      <dgm:spPr/>
    </dgm:pt>
    <dgm:pt modelId="{C9366063-58CE-4DC2-90DD-74CB3B37F974}" type="pres">
      <dgm:prSet presAssocID="{6F7DBC7B-7676-4E08-88EF-9404390ABA7F}" presName="thickLine" presStyleLbl="alignNode1" presStyleIdx="3" presStyleCnt="4"/>
      <dgm:spPr/>
    </dgm:pt>
    <dgm:pt modelId="{C4CADBE0-2722-4E7D-958C-AA161758A3FE}" type="pres">
      <dgm:prSet presAssocID="{6F7DBC7B-7676-4E08-88EF-9404390ABA7F}" presName="horz1" presStyleCnt="0"/>
      <dgm:spPr/>
    </dgm:pt>
    <dgm:pt modelId="{27CBC35F-2508-4955-896C-B24EC81E27DE}" type="pres">
      <dgm:prSet presAssocID="{6F7DBC7B-7676-4E08-88EF-9404390ABA7F}" presName="tx1" presStyleLbl="revTx" presStyleIdx="3" presStyleCnt="4"/>
      <dgm:spPr/>
    </dgm:pt>
    <dgm:pt modelId="{8FB32F5C-4942-482D-B626-A3FA2F7C24D7}" type="pres">
      <dgm:prSet presAssocID="{6F7DBC7B-7676-4E08-88EF-9404390ABA7F}" presName="vert1" presStyleCnt="0"/>
      <dgm:spPr/>
    </dgm:pt>
  </dgm:ptLst>
  <dgm:cxnLst>
    <dgm:cxn modelId="{7680BA18-B67B-4E3B-8276-BFD849EA1452}" type="presOf" srcId="{6F7DBC7B-7676-4E08-88EF-9404390ABA7F}" destId="{27CBC35F-2508-4955-896C-B24EC81E27DE}" srcOrd="0" destOrd="0" presId="urn:microsoft.com/office/officeart/2008/layout/LinedList"/>
    <dgm:cxn modelId="{1874DC35-DF26-4D66-A9B0-E68355F972AA}" srcId="{AFF3777C-0424-4BF9-A0CD-2496D9F7AD8B}" destId="{6F7DBC7B-7676-4E08-88EF-9404390ABA7F}" srcOrd="3" destOrd="0" parTransId="{312987FC-44D5-4BE9-A87A-FB9CF865DD31}" sibTransId="{B00A6AB2-BD76-489D-9049-E718BE7923DA}"/>
    <dgm:cxn modelId="{F0CA483D-DE23-4940-A2F5-592543256E0F}" srcId="{AFF3777C-0424-4BF9-A0CD-2496D9F7AD8B}" destId="{BBF43565-C78C-4B66-AAEA-6F264F27EEEE}" srcOrd="2" destOrd="0" parTransId="{0F0F7DCD-3445-4A19-9E2F-7E475B6848B5}" sibTransId="{8EA976B5-9B2F-4C8D-8A1B-6D88B1873E9E}"/>
    <dgm:cxn modelId="{5EA66E4B-8DF2-48EF-90E8-CED158A2C536}" type="presOf" srcId="{AFF3777C-0424-4BF9-A0CD-2496D9F7AD8B}" destId="{2E6EB24A-12AB-41D0-827B-B6C579AA99B1}" srcOrd="0" destOrd="0" presId="urn:microsoft.com/office/officeart/2008/layout/LinedList"/>
    <dgm:cxn modelId="{9288C259-6DAD-4B58-846A-BA6174A77A69}" type="presOf" srcId="{BBF43565-C78C-4B66-AAEA-6F264F27EEEE}" destId="{1B0FD14C-A091-4B0B-A91B-45835F4CB793}" srcOrd="0" destOrd="0" presId="urn:microsoft.com/office/officeart/2008/layout/LinedList"/>
    <dgm:cxn modelId="{FA70848D-D1D9-46F7-B67C-3778EAF7694F}" type="presOf" srcId="{BD89BC9D-2604-4FEE-82F2-33936F89D18A}" destId="{EDD23DE1-77D4-40DB-A255-9A8C4402D70E}" srcOrd="0" destOrd="0" presId="urn:microsoft.com/office/officeart/2008/layout/LinedList"/>
    <dgm:cxn modelId="{F4C077A6-6566-423D-836E-4C3FBC4BB0C5}" type="presOf" srcId="{FAD7CCFE-5D71-4754-9C66-8E97643D9D37}" destId="{8D899E65-E553-43D9-ACF4-8155244632D5}" srcOrd="0" destOrd="0" presId="urn:microsoft.com/office/officeart/2008/layout/LinedList"/>
    <dgm:cxn modelId="{937CC7E1-C222-4087-84FA-C4F5AF87D78B}" srcId="{AFF3777C-0424-4BF9-A0CD-2496D9F7AD8B}" destId="{FAD7CCFE-5D71-4754-9C66-8E97643D9D37}" srcOrd="0" destOrd="0" parTransId="{F957C79B-9F46-4628-B237-F79E95F131EA}" sibTransId="{A6FEC211-FF85-4414-A7DB-899E0BF2CEE7}"/>
    <dgm:cxn modelId="{71C8E9EA-D880-469E-9565-BC6177D93704}" srcId="{AFF3777C-0424-4BF9-A0CD-2496D9F7AD8B}" destId="{BD89BC9D-2604-4FEE-82F2-33936F89D18A}" srcOrd="1" destOrd="0" parTransId="{60275D96-A98B-476E-BA65-A899D2A863B0}" sibTransId="{BE528857-F156-473E-AB4A-5F25F9C58D25}"/>
    <dgm:cxn modelId="{D286ACF1-6166-425D-8E7B-479B3B86B1BA}" type="presParOf" srcId="{2E6EB24A-12AB-41D0-827B-B6C579AA99B1}" destId="{FC179D6C-741D-4327-9E51-4C4CBBA7F9C6}" srcOrd="0" destOrd="0" presId="urn:microsoft.com/office/officeart/2008/layout/LinedList"/>
    <dgm:cxn modelId="{24C72608-101B-46BE-976C-A1581512DB5D}" type="presParOf" srcId="{2E6EB24A-12AB-41D0-827B-B6C579AA99B1}" destId="{54D17B46-5EFA-47B0-B8D8-04B4D77000E3}" srcOrd="1" destOrd="0" presId="urn:microsoft.com/office/officeart/2008/layout/LinedList"/>
    <dgm:cxn modelId="{DCDEC06D-2F73-478A-800F-AC02C0077A34}" type="presParOf" srcId="{54D17B46-5EFA-47B0-B8D8-04B4D77000E3}" destId="{8D899E65-E553-43D9-ACF4-8155244632D5}" srcOrd="0" destOrd="0" presId="urn:microsoft.com/office/officeart/2008/layout/LinedList"/>
    <dgm:cxn modelId="{08CF8AA3-6775-4DBE-A711-1BB9553AE49C}" type="presParOf" srcId="{54D17B46-5EFA-47B0-B8D8-04B4D77000E3}" destId="{E82078E8-CB2F-4ED4-87AC-DC0BF3E6C74C}" srcOrd="1" destOrd="0" presId="urn:microsoft.com/office/officeart/2008/layout/LinedList"/>
    <dgm:cxn modelId="{298632C8-123C-4D82-AC2B-BB0C9C4872C4}" type="presParOf" srcId="{2E6EB24A-12AB-41D0-827B-B6C579AA99B1}" destId="{ED03ECF0-6ACE-46C8-8883-8CB1F303A531}" srcOrd="2" destOrd="0" presId="urn:microsoft.com/office/officeart/2008/layout/LinedList"/>
    <dgm:cxn modelId="{2A68B059-8B69-4487-81E7-DB7FA090BDA7}" type="presParOf" srcId="{2E6EB24A-12AB-41D0-827B-B6C579AA99B1}" destId="{571E3ECD-371A-4DF3-8A97-D91F6654F8BF}" srcOrd="3" destOrd="0" presId="urn:microsoft.com/office/officeart/2008/layout/LinedList"/>
    <dgm:cxn modelId="{FE589B31-46CE-4733-8FA6-0A24A509BCD1}" type="presParOf" srcId="{571E3ECD-371A-4DF3-8A97-D91F6654F8BF}" destId="{EDD23DE1-77D4-40DB-A255-9A8C4402D70E}" srcOrd="0" destOrd="0" presId="urn:microsoft.com/office/officeart/2008/layout/LinedList"/>
    <dgm:cxn modelId="{88465E34-7EEA-4067-993C-CA9124E5A9DD}" type="presParOf" srcId="{571E3ECD-371A-4DF3-8A97-D91F6654F8BF}" destId="{4192827E-3871-4C4C-AD8A-042AFBA5A5B1}" srcOrd="1" destOrd="0" presId="urn:microsoft.com/office/officeart/2008/layout/LinedList"/>
    <dgm:cxn modelId="{5FF72AD5-E742-4E8D-9602-077B7196433E}" type="presParOf" srcId="{2E6EB24A-12AB-41D0-827B-B6C579AA99B1}" destId="{D9D0C740-5E8A-4CE4-9190-9350CCE1CD0D}" srcOrd="4" destOrd="0" presId="urn:microsoft.com/office/officeart/2008/layout/LinedList"/>
    <dgm:cxn modelId="{1702CD8F-BDC9-4895-9E1C-7FF1C7FA4551}" type="presParOf" srcId="{2E6EB24A-12AB-41D0-827B-B6C579AA99B1}" destId="{CBA14BA8-1E8A-48B0-BE73-18F2B0101A2E}" srcOrd="5" destOrd="0" presId="urn:microsoft.com/office/officeart/2008/layout/LinedList"/>
    <dgm:cxn modelId="{CEB142E6-BFB7-4A59-8429-A8E70C956C5D}" type="presParOf" srcId="{CBA14BA8-1E8A-48B0-BE73-18F2B0101A2E}" destId="{1B0FD14C-A091-4B0B-A91B-45835F4CB793}" srcOrd="0" destOrd="0" presId="urn:microsoft.com/office/officeart/2008/layout/LinedList"/>
    <dgm:cxn modelId="{19EA4CA7-180A-4DD0-8C6F-518ABAB4C7E1}" type="presParOf" srcId="{CBA14BA8-1E8A-48B0-BE73-18F2B0101A2E}" destId="{DA162DF7-327E-4C23-9C97-9EC0ED205CB0}" srcOrd="1" destOrd="0" presId="urn:microsoft.com/office/officeart/2008/layout/LinedList"/>
    <dgm:cxn modelId="{D333A04F-E8FC-4E92-A50E-5AAB99E4129C}" type="presParOf" srcId="{2E6EB24A-12AB-41D0-827B-B6C579AA99B1}" destId="{C9366063-58CE-4DC2-90DD-74CB3B37F974}" srcOrd="6" destOrd="0" presId="urn:microsoft.com/office/officeart/2008/layout/LinedList"/>
    <dgm:cxn modelId="{B5E47A0A-050A-4BB9-8C1D-CF0948AEF8CB}" type="presParOf" srcId="{2E6EB24A-12AB-41D0-827B-B6C579AA99B1}" destId="{C4CADBE0-2722-4E7D-958C-AA161758A3FE}" srcOrd="7" destOrd="0" presId="urn:microsoft.com/office/officeart/2008/layout/LinedList"/>
    <dgm:cxn modelId="{E642C47A-4081-4887-9C3C-D92BB5B96FFB}" type="presParOf" srcId="{C4CADBE0-2722-4E7D-958C-AA161758A3FE}" destId="{27CBC35F-2508-4955-896C-B24EC81E27DE}" srcOrd="0" destOrd="0" presId="urn:microsoft.com/office/officeart/2008/layout/LinedList"/>
    <dgm:cxn modelId="{73C385C0-8B4A-4120-9419-EE31A571E947}" type="presParOf" srcId="{C4CADBE0-2722-4E7D-958C-AA161758A3FE}" destId="{8FB32F5C-4942-482D-B626-A3FA2F7C24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C81606-E168-4089-94AD-ECB23CF7EF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0DA7AB-1587-4590-BD8C-29323E965DE8}">
      <dgm:prSet/>
      <dgm:spPr/>
      <dgm:t>
        <a:bodyPr/>
        <a:lstStyle/>
        <a:p>
          <a:r>
            <a:rPr lang="en-US"/>
            <a:t>Rule-Based NLP: spaCy, NLTK</a:t>
          </a:r>
        </a:p>
      </dgm:t>
    </dgm:pt>
    <dgm:pt modelId="{4A95A612-7115-4C2A-A745-3E338913BF0C}" type="parTrans" cxnId="{A1B815F6-42A1-4AEE-952E-883B451BFB12}">
      <dgm:prSet/>
      <dgm:spPr/>
      <dgm:t>
        <a:bodyPr/>
        <a:lstStyle/>
        <a:p>
          <a:endParaRPr lang="en-US"/>
        </a:p>
      </dgm:t>
    </dgm:pt>
    <dgm:pt modelId="{CF024CCE-19FF-460C-A2D8-FEE44E19F350}" type="sibTrans" cxnId="{A1B815F6-42A1-4AEE-952E-883B451BFB12}">
      <dgm:prSet/>
      <dgm:spPr/>
      <dgm:t>
        <a:bodyPr/>
        <a:lstStyle/>
        <a:p>
          <a:endParaRPr lang="en-US"/>
        </a:p>
      </dgm:t>
    </dgm:pt>
    <dgm:pt modelId="{3F2EB720-D567-4145-9F2C-B57B7FEC2059}">
      <dgm:prSet/>
      <dgm:spPr/>
      <dgm:t>
        <a:bodyPr/>
        <a:lstStyle/>
        <a:p>
          <a:r>
            <a:rPr lang="en-US"/>
            <a:t>Statistical NLP: Hidden Markov Models, n-grams</a:t>
          </a:r>
        </a:p>
      </dgm:t>
    </dgm:pt>
    <dgm:pt modelId="{3DF8F772-4E10-4444-9983-CA4EB5578BC6}" type="parTrans" cxnId="{2B67865C-61C0-48BE-91E1-2A8660627A6D}">
      <dgm:prSet/>
      <dgm:spPr/>
      <dgm:t>
        <a:bodyPr/>
        <a:lstStyle/>
        <a:p>
          <a:endParaRPr lang="en-US"/>
        </a:p>
      </dgm:t>
    </dgm:pt>
    <dgm:pt modelId="{2A4C6BB6-A73C-4AD3-949E-A016EBC0FEFA}" type="sibTrans" cxnId="{2B67865C-61C0-48BE-91E1-2A8660627A6D}">
      <dgm:prSet/>
      <dgm:spPr/>
      <dgm:t>
        <a:bodyPr/>
        <a:lstStyle/>
        <a:p>
          <a:endParaRPr lang="en-US"/>
        </a:p>
      </dgm:t>
    </dgm:pt>
    <dgm:pt modelId="{959CCB9A-D279-4A3E-A909-467413BAEEA5}">
      <dgm:prSet/>
      <dgm:spPr/>
      <dgm:t>
        <a:bodyPr/>
        <a:lstStyle/>
        <a:p>
          <a:r>
            <a:rPr lang="en-US"/>
            <a:t>Deep NLP: Transformers (BERT, GPT)</a:t>
          </a:r>
        </a:p>
      </dgm:t>
    </dgm:pt>
    <dgm:pt modelId="{150D22EC-7F2E-4D83-A289-6AE4B3907A73}" type="parTrans" cxnId="{36BE7085-1B64-4DC3-977A-4FC2705A935E}">
      <dgm:prSet/>
      <dgm:spPr/>
      <dgm:t>
        <a:bodyPr/>
        <a:lstStyle/>
        <a:p>
          <a:endParaRPr lang="en-US"/>
        </a:p>
      </dgm:t>
    </dgm:pt>
    <dgm:pt modelId="{57D531B6-34FC-4016-83F0-492F387A165F}" type="sibTrans" cxnId="{36BE7085-1B64-4DC3-977A-4FC2705A935E}">
      <dgm:prSet/>
      <dgm:spPr/>
      <dgm:t>
        <a:bodyPr/>
        <a:lstStyle/>
        <a:p>
          <a:endParaRPr lang="en-US"/>
        </a:p>
      </dgm:t>
    </dgm:pt>
    <dgm:pt modelId="{85366CEE-92E4-4EA8-8FED-0D251EC5E46A}">
      <dgm:prSet/>
      <dgm:spPr/>
      <dgm:t>
        <a:bodyPr/>
        <a:lstStyle/>
        <a:p>
          <a:r>
            <a:rPr lang="en-US"/>
            <a:t>Visualization: TensorFlow Playground, Attention Heatmaps</a:t>
          </a:r>
        </a:p>
      </dgm:t>
    </dgm:pt>
    <dgm:pt modelId="{5707A9DF-91BF-4FD2-9B3C-CC39CD15A2E8}" type="parTrans" cxnId="{985E4AA4-4D82-40ED-95B8-9832CF240F91}">
      <dgm:prSet/>
      <dgm:spPr/>
      <dgm:t>
        <a:bodyPr/>
        <a:lstStyle/>
        <a:p>
          <a:endParaRPr lang="en-US"/>
        </a:p>
      </dgm:t>
    </dgm:pt>
    <dgm:pt modelId="{1F2537D5-9DA4-4131-A172-1E407D6943BC}" type="sibTrans" cxnId="{985E4AA4-4D82-40ED-95B8-9832CF240F91}">
      <dgm:prSet/>
      <dgm:spPr/>
      <dgm:t>
        <a:bodyPr/>
        <a:lstStyle/>
        <a:p>
          <a:endParaRPr lang="en-US"/>
        </a:p>
      </dgm:t>
    </dgm:pt>
    <dgm:pt modelId="{1562CFD4-CC19-436B-BCF1-32C73F6CCD24}" type="pres">
      <dgm:prSet presAssocID="{27C81606-E168-4089-94AD-ECB23CF7EFC8}" presName="root" presStyleCnt="0">
        <dgm:presLayoutVars>
          <dgm:dir/>
          <dgm:resizeHandles val="exact"/>
        </dgm:presLayoutVars>
      </dgm:prSet>
      <dgm:spPr/>
    </dgm:pt>
    <dgm:pt modelId="{6C5B575E-CE4E-42D7-B900-1D40B50FD1BE}" type="pres">
      <dgm:prSet presAssocID="{E60DA7AB-1587-4590-BD8C-29323E965DE8}" presName="compNode" presStyleCnt="0"/>
      <dgm:spPr/>
    </dgm:pt>
    <dgm:pt modelId="{5E86BFF9-A561-42D9-ACD7-55E9C5ADD107}" type="pres">
      <dgm:prSet presAssocID="{E60DA7AB-1587-4590-BD8C-29323E965DE8}" presName="bgRect" presStyleLbl="bgShp" presStyleIdx="0" presStyleCnt="4"/>
      <dgm:spPr/>
    </dgm:pt>
    <dgm:pt modelId="{8A1C3D8A-695D-44E3-9771-85C298E89E47}" type="pres">
      <dgm:prSet presAssocID="{E60DA7AB-1587-4590-BD8C-29323E965D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C3CD9C-097A-484B-B1F2-7A823C630EA5}" type="pres">
      <dgm:prSet presAssocID="{E60DA7AB-1587-4590-BD8C-29323E965DE8}" presName="spaceRect" presStyleCnt="0"/>
      <dgm:spPr/>
    </dgm:pt>
    <dgm:pt modelId="{CC531673-FE60-4B98-B214-E79F5E4411B3}" type="pres">
      <dgm:prSet presAssocID="{E60DA7AB-1587-4590-BD8C-29323E965DE8}" presName="parTx" presStyleLbl="revTx" presStyleIdx="0" presStyleCnt="4">
        <dgm:presLayoutVars>
          <dgm:chMax val="0"/>
          <dgm:chPref val="0"/>
        </dgm:presLayoutVars>
      </dgm:prSet>
      <dgm:spPr/>
    </dgm:pt>
    <dgm:pt modelId="{33B091E6-9C41-4D65-AFE6-A9BBA8867D8F}" type="pres">
      <dgm:prSet presAssocID="{CF024CCE-19FF-460C-A2D8-FEE44E19F350}" presName="sibTrans" presStyleCnt="0"/>
      <dgm:spPr/>
    </dgm:pt>
    <dgm:pt modelId="{569966BC-0B3C-46CF-833A-1511685C4CF0}" type="pres">
      <dgm:prSet presAssocID="{3F2EB720-D567-4145-9F2C-B57B7FEC2059}" presName="compNode" presStyleCnt="0"/>
      <dgm:spPr/>
    </dgm:pt>
    <dgm:pt modelId="{4389B6C8-0B2A-4E38-8602-FAA262FFAA9A}" type="pres">
      <dgm:prSet presAssocID="{3F2EB720-D567-4145-9F2C-B57B7FEC2059}" presName="bgRect" presStyleLbl="bgShp" presStyleIdx="1" presStyleCnt="4"/>
      <dgm:spPr/>
    </dgm:pt>
    <dgm:pt modelId="{5CF826D0-EF11-4479-930C-D78F97D4A471}" type="pres">
      <dgm:prSet presAssocID="{3F2EB720-D567-4145-9F2C-B57B7FEC20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29CF9248-53EE-4566-9A74-A276D81EA863}" type="pres">
      <dgm:prSet presAssocID="{3F2EB720-D567-4145-9F2C-B57B7FEC2059}" presName="spaceRect" presStyleCnt="0"/>
      <dgm:spPr/>
    </dgm:pt>
    <dgm:pt modelId="{C412F69D-61D8-47E5-8193-57F4322EA38A}" type="pres">
      <dgm:prSet presAssocID="{3F2EB720-D567-4145-9F2C-B57B7FEC2059}" presName="parTx" presStyleLbl="revTx" presStyleIdx="1" presStyleCnt="4">
        <dgm:presLayoutVars>
          <dgm:chMax val="0"/>
          <dgm:chPref val="0"/>
        </dgm:presLayoutVars>
      </dgm:prSet>
      <dgm:spPr/>
    </dgm:pt>
    <dgm:pt modelId="{37C877D3-9E74-4343-8A30-B96F3320FDDD}" type="pres">
      <dgm:prSet presAssocID="{2A4C6BB6-A73C-4AD3-949E-A016EBC0FEFA}" presName="sibTrans" presStyleCnt="0"/>
      <dgm:spPr/>
    </dgm:pt>
    <dgm:pt modelId="{775F8EE7-086E-4FE2-A131-AF64154E6CCA}" type="pres">
      <dgm:prSet presAssocID="{959CCB9A-D279-4A3E-A909-467413BAEEA5}" presName="compNode" presStyleCnt="0"/>
      <dgm:spPr/>
    </dgm:pt>
    <dgm:pt modelId="{1B53F61D-FB02-42C4-950B-11459A4103BD}" type="pres">
      <dgm:prSet presAssocID="{959CCB9A-D279-4A3E-A909-467413BAEEA5}" presName="bgRect" presStyleLbl="bgShp" presStyleIdx="2" presStyleCnt="4"/>
      <dgm:spPr/>
    </dgm:pt>
    <dgm:pt modelId="{A82169BC-9375-4788-B0C5-B591708E5CDF}" type="pres">
      <dgm:prSet presAssocID="{959CCB9A-D279-4A3E-A909-467413BAEEA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5FDF2E2-6D09-454F-B7C7-D8F699425936}" type="pres">
      <dgm:prSet presAssocID="{959CCB9A-D279-4A3E-A909-467413BAEEA5}" presName="spaceRect" presStyleCnt="0"/>
      <dgm:spPr/>
    </dgm:pt>
    <dgm:pt modelId="{24D3A006-686D-44A2-B372-DFC96DC35209}" type="pres">
      <dgm:prSet presAssocID="{959CCB9A-D279-4A3E-A909-467413BAEEA5}" presName="parTx" presStyleLbl="revTx" presStyleIdx="2" presStyleCnt="4">
        <dgm:presLayoutVars>
          <dgm:chMax val="0"/>
          <dgm:chPref val="0"/>
        </dgm:presLayoutVars>
      </dgm:prSet>
      <dgm:spPr/>
    </dgm:pt>
    <dgm:pt modelId="{3B9D0AAE-941C-43D7-B5D5-2DF8B3DBDBB4}" type="pres">
      <dgm:prSet presAssocID="{57D531B6-34FC-4016-83F0-492F387A165F}" presName="sibTrans" presStyleCnt="0"/>
      <dgm:spPr/>
    </dgm:pt>
    <dgm:pt modelId="{798BA288-1FE4-4861-8559-E2E52FE558B5}" type="pres">
      <dgm:prSet presAssocID="{85366CEE-92E4-4EA8-8FED-0D251EC5E46A}" presName="compNode" presStyleCnt="0"/>
      <dgm:spPr/>
    </dgm:pt>
    <dgm:pt modelId="{F2945CD7-0067-45AF-A6EA-383307471584}" type="pres">
      <dgm:prSet presAssocID="{85366CEE-92E4-4EA8-8FED-0D251EC5E46A}" presName="bgRect" presStyleLbl="bgShp" presStyleIdx="3" presStyleCnt="4"/>
      <dgm:spPr/>
    </dgm:pt>
    <dgm:pt modelId="{151471FE-7B1C-47FD-A528-2886F76F317A}" type="pres">
      <dgm:prSet presAssocID="{85366CEE-92E4-4EA8-8FED-0D251EC5E4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2F21C98F-08D3-422E-A8E0-89CDA689D77E}" type="pres">
      <dgm:prSet presAssocID="{85366CEE-92E4-4EA8-8FED-0D251EC5E46A}" presName="spaceRect" presStyleCnt="0"/>
      <dgm:spPr/>
    </dgm:pt>
    <dgm:pt modelId="{D3F76614-CB25-410B-87AF-B957D94D88BC}" type="pres">
      <dgm:prSet presAssocID="{85366CEE-92E4-4EA8-8FED-0D251EC5E46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1A60C3D-6557-47AD-ADD2-7342277DA8AF}" type="presOf" srcId="{85366CEE-92E4-4EA8-8FED-0D251EC5E46A}" destId="{D3F76614-CB25-410B-87AF-B957D94D88BC}" srcOrd="0" destOrd="0" presId="urn:microsoft.com/office/officeart/2018/2/layout/IconVerticalSolidList"/>
    <dgm:cxn modelId="{2B67865C-61C0-48BE-91E1-2A8660627A6D}" srcId="{27C81606-E168-4089-94AD-ECB23CF7EFC8}" destId="{3F2EB720-D567-4145-9F2C-B57B7FEC2059}" srcOrd="1" destOrd="0" parTransId="{3DF8F772-4E10-4444-9983-CA4EB5578BC6}" sibTransId="{2A4C6BB6-A73C-4AD3-949E-A016EBC0FEFA}"/>
    <dgm:cxn modelId="{75628645-D57B-40C6-99D9-2F2489435544}" type="presOf" srcId="{27C81606-E168-4089-94AD-ECB23CF7EFC8}" destId="{1562CFD4-CC19-436B-BCF1-32C73F6CCD24}" srcOrd="0" destOrd="0" presId="urn:microsoft.com/office/officeart/2018/2/layout/IconVerticalSolidList"/>
    <dgm:cxn modelId="{63A7AE45-E563-43C1-A064-080F7842B9F5}" type="presOf" srcId="{3F2EB720-D567-4145-9F2C-B57B7FEC2059}" destId="{C412F69D-61D8-47E5-8193-57F4322EA38A}" srcOrd="0" destOrd="0" presId="urn:microsoft.com/office/officeart/2018/2/layout/IconVerticalSolidList"/>
    <dgm:cxn modelId="{D3AA6869-1408-47C8-9500-9EAD33203172}" type="presOf" srcId="{959CCB9A-D279-4A3E-A909-467413BAEEA5}" destId="{24D3A006-686D-44A2-B372-DFC96DC35209}" srcOrd="0" destOrd="0" presId="urn:microsoft.com/office/officeart/2018/2/layout/IconVerticalSolidList"/>
    <dgm:cxn modelId="{36BE7085-1B64-4DC3-977A-4FC2705A935E}" srcId="{27C81606-E168-4089-94AD-ECB23CF7EFC8}" destId="{959CCB9A-D279-4A3E-A909-467413BAEEA5}" srcOrd="2" destOrd="0" parTransId="{150D22EC-7F2E-4D83-A289-6AE4B3907A73}" sibTransId="{57D531B6-34FC-4016-83F0-492F387A165F}"/>
    <dgm:cxn modelId="{985E4AA4-4D82-40ED-95B8-9832CF240F91}" srcId="{27C81606-E168-4089-94AD-ECB23CF7EFC8}" destId="{85366CEE-92E4-4EA8-8FED-0D251EC5E46A}" srcOrd="3" destOrd="0" parTransId="{5707A9DF-91BF-4FD2-9B3C-CC39CD15A2E8}" sibTransId="{1F2537D5-9DA4-4131-A172-1E407D6943BC}"/>
    <dgm:cxn modelId="{85971EE8-DF0F-4A1A-A749-1CF01546987D}" type="presOf" srcId="{E60DA7AB-1587-4590-BD8C-29323E965DE8}" destId="{CC531673-FE60-4B98-B214-E79F5E4411B3}" srcOrd="0" destOrd="0" presId="urn:microsoft.com/office/officeart/2018/2/layout/IconVerticalSolidList"/>
    <dgm:cxn modelId="{A1B815F6-42A1-4AEE-952E-883B451BFB12}" srcId="{27C81606-E168-4089-94AD-ECB23CF7EFC8}" destId="{E60DA7AB-1587-4590-BD8C-29323E965DE8}" srcOrd="0" destOrd="0" parTransId="{4A95A612-7115-4C2A-A745-3E338913BF0C}" sibTransId="{CF024CCE-19FF-460C-A2D8-FEE44E19F350}"/>
    <dgm:cxn modelId="{445180E7-6F25-4338-8A64-32B32A91C46F}" type="presParOf" srcId="{1562CFD4-CC19-436B-BCF1-32C73F6CCD24}" destId="{6C5B575E-CE4E-42D7-B900-1D40B50FD1BE}" srcOrd="0" destOrd="0" presId="urn:microsoft.com/office/officeart/2018/2/layout/IconVerticalSolidList"/>
    <dgm:cxn modelId="{D825EAB0-702F-4BD9-B7D7-463A3963850E}" type="presParOf" srcId="{6C5B575E-CE4E-42D7-B900-1D40B50FD1BE}" destId="{5E86BFF9-A561-42D9-ACD7-55E9C5ADD107}" srcOrd="0" destOrd="0" presId="urn:microsoft.com/office/officeart/2018/2/layout/IconVerticalSolidList"/>
    <dgm:cxn modelId="{A863781A-4FD6-4E3B-A36C-56FD679E6AEB}" type="presParOf" srcId="{6C5B575E-CE4E-42D7-B900-1D40B50FD1BE}" destId="{8A1C3D8A-695D-44E3-9771-85C298E89E47}" srcOrd="1" destOrd="0" presId="urn:microsoft.com/office/officeart/2018/2/layout/IconVerticalSolidList"/>
    <dgm:cxn modelId="{C49F3257-989E-4910-AE3A-411ED2A2996A}" type="presParOf" srcId="{6C5B575E-CE4E-42D7-B900-1D40B50FD1BE}" destId="{7EC3CD9C-097A-484B-B1F2-7A823C630EA5}" srcOrd="2" destOrd="0" presId="urn:microsoft.com/office/officeart/2018/2/layout/IconVerticalSolidList"/>
    <dgm:cxn modelId="{B5EEE514-A725-4426-9661-ED777E16B0D3}" type="presParOf" srcId="{6C5B575E-CE4E-42D7-B900-1D40B50FD1BE}" destId="{CC531673-FE60-4B98-B214-E79F5E4411B3}" srcOrd="3" destOrd="0" presId="urn:microsoft.com/office/officeart/2018/2/layout/IconVerticalSolidList"/>
    <dgm:cxn modelId="{F9F152DE-24D2-4ABA-95C6-AF5AB56C8DC6}" type="presParOf" srcId="{1562CFD4-CC19-436B-BCF1-32C73F6CCD24}" destId="{33B091E6-9C41-4D65-AFE6-A9BBA8867D8F}" srcOrd="1" destOrd="0" presId="urn:microsoft.com/office/officeart/2018/2/layout/IconVerticalSolidList"/>
    <dgm:cxn modelId="{E6DC10FF-C6EB-4840-9485-FDECDB8A9034}" type="presParOf" srcId="{1562CFD4-CC19-436B-BCF1-32C73F6CCD24}" destId="{569966BC-0B3C-46CF-833A-1511685C4CF0}" srcOrd="2" destOrd="0" presId="urn:microsoft.com/office/officeart/2018/2/layout/IconVerticalSolidList"/>
    <dgm:cxn modelId="{FCFE11ED-1796-47D5-958A-2977663BD9E1}" type="presParOf" srcId="{569966BC-0B3C-46CF-833A-1511685C4CF0}" destId="{4389B6C8-0B2A-4E38-8602-FAA262FFAA9A}" srcOrd="0" destOrd="0" presId="urn:microsoft.com/office/officeart/2018/2/layout/IconVerticalSolidList"/>
    <dgm:cxn modelId="{80205AC6-DC7D-41A7-A90F-26CA5BDC35F1}" type="presParOf" srcId="{569966BC-0B3C-46CF-833A-1511685C4CF0}" destId="{5CF826D0-EF11-4479-930C-D78F97D4A471}" srcOrd="1" destOrd="0" presId="urn:microsoft.com/office/officeart/2018/2/layout/IconVerticalSolidList"/>
    <dgm:cxn modelId="{87557BAB-C5BC-4579-B6D5-EC7476679E09}" type="presParOf" srcId="{569966BC-0B3C-46CF-833A-1511685C4CF0}" destId="{29CF9248-53EE-4566-9A74-A276D81EA863}" srcOrd="2" destOrd="0" presId="urn:microsoft.com/office/officeart/2018/2/layout/IconVerticalSolidList"/>
    <dgm:cxn modelId="{0AE55F40-0E86-4561-A044-47784101FCB9}" type="presParOf" srcId="{569966BC-0B3C-46CF-833A-1511685C4CF0}" destId="{C412F69D-61D8-47E5-8193-57F4322EA38A}" srcOrd="3" destOrd="0" presId="urn:microsoft.com/office/officeart/2018/2/layout/IconVerticalSolidList"/>
    <dgm:cxn modelId="{ECBC4927-4BB0-4190-BC5C-613EC1E39BCA}" type="presParOf" srcId="{1562CFD4-CC19-436B-BCF1-32C73F6CCD24}" destId="{37C877D3-9E74-4343-8A30-B96F3320FDDD}" srcOrd="3" destOrd="0" presId="urn:microsoft.com/office/officeart/2018/2/layout/IconVerticalSolidList"/>
    <dgm:cxn modelId="{B5E15D8E-A6BC-4470-BEF0-6CE6C886A33C}" type="presParOf" srcId="{1562CFD4-CC19-436B-BCF1-32C73F6CCD24}" destId="{775F8EE7-086E-4FE2-A131-AF64154E6CCA}" srcOrd="4" destOrd="0" presId="urn:microsoft.com/office/officeart/2018/2/layout/IconVerticalSolidList"/>
    <dgm:cxn modelId="{F6D24646-37D7-464C-89F1-D5D65240C622}" type="presParOf" srcId="{775F8EE7-086E-4FE2-A131-AF64154E6CCA}" destId="{1B53F61D-FB02-42C4-950B-11459A4103BD}" srcOrd="0" destOrd="0" presId="urn:microsoft.com/office/officeart/2018/2/layout/IconVerticalSolidList"/>
    <dgm:cxn modelId="{3578862B-E808-4082-8E12-1BBDEE4A232A}" type="presParOf" srcId="{775F8EE7-086E-4FE2-A131-AF64154E6CCA}" destId="{A82169BC-9375-4788-B0C5-B591708E5CDF}" srcOrd="1" destOrd="0" presId="urn:microsoft.com/office/officeart/2018/2/layout/IconVerticalSolidList"/>
    <dgm:cxn modelId="{564606C7-BEAD-46D9-BC14-4BF40B175986}" type="presParOf" srcId="{775F8EE7-086E-4FE2-A131-AF64154E6CCA}" destId="{D5FDF2E2-6D09-454F-B7C7-D8F699425936}" srcOrd="2" destOrd="0" presId="urn:microsoft.com/office/officeart/2018/2/layout/IconVerticalSolidList"/>
    <dgm:cxn modelId="{F39AA65C-51C9-4B6E-A356-7041440670B0}" type="presParOf" srcId="{775F8EE7-086E-4FE2-A131-AF64154E6CCA}" destId="{24D3A006-686D-44A2-B372-DFC96DC35209}" srcOrd="3" destOrd="0" presId="urn:microsoft.com/office/officeart/2018/2/layout/IconVerticalSolidList"/>
    <dgm:cxn modelId="{7805F9AC-6985-47A0-9086-AF78E08623D9}" type="presParOf" srcId="{1562CFD4-CC19-436B-BCF1-32C73F6CCD24}" destId="{3B9D0AAE-941C-43D7-B5D5-2DF8B3DBDBB4}" srcOrd="5" destOrd="0" presId="urn:microsoft.com/office/officeart/2018/2/layout/IconVerticalSolidList"/>
    <dgm:cxn modelId="{4E99B743-9FF0-43DD-B026-E1154A39CC5A}" type="presParOf" srcId="{1562CFD4-CC19-436B-BCF1-32C73F6CCD24}" destId="{798BA288-1FE4-4861-8559-E2E52FE558B5}" srcOrd="6" destOrd="0" presId="urn:microsoft.com/office/officeart/2018/2/layout/IconVerticalSolidList"/>
    <dgm:cxn modelId="{0BDE85E9-7556-4323-996B-84A5BEA720B8}" type="presParOf" srcId="{798BA288-1FE4-4861-8559-E2E52FE558B5}" destId="{F2945CD7-0067-45AF-A6EA-383307471584}" srcOrd="0" destOrd="0" presId="urn:microsoft.com/office/officeart/2018/2/layout/IconVerticalSolidList"/>
    <dgm:cxn modelId="{3ED9761F-231C-4A9A-9A9B-10B9BE934911}" type="presParOf" srcId="{798BA288-1FE4-4861-8559-E2E52FE558B5}" destId="{151471FE-7B1C-47FD-A528-2886F76F317A}" srcOrd="1" destOrd="0" presId="urn:microsoft.com/office/officeart/2018/2/layout/IconVerticalSolidList"/>
    <dgm:cxn modelId="{58DE8A8E-3E15-49BF-94AF-05E3ED66A4E4}" type="presParOf" srcId="{798BA288-1FE4-4861-8559-E2E52FE558B5}" destId="{2F21C98F-08D3-422E-A8E0-89CDA689D77E}" srcOrd="2" destOrd="0" presId="urn:microsoft.com/office/officeart/2018/2/layout/IconVerticalSolidList"/>
    <dgm:cxn modelId="{BC4BC564-3E20-42B3-926F-CF85FD5127E8}" type="presParOf" srcId="{798BA288-1FE4-4861-8559-E2E52FE558B5}" destId="{D3F76614-CB25-410B-87AF-B957D94D88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A67058-6538-4617-8C85-7C2DD33128F0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6934BA-967A-475D-B0AD-82721DA9E24A}">
      <dgm:prSet/>
      <dgm:spPr/>
      <dgm:t>
        <a:bodyPr/>
        <a:lstStyle/>
        <a:p>
          <a:r>
            <a:rPr lang="en-US"/>
            <a:t>Arrival bridges science fiction and linguistics to highlight communication barriers</a:t>
          </a:r>
        </a:p>
      </dgm:t>
    </dgm:pt>
    <dgm:pt modelId="{1512377F-1673-41C4-B73C-EB64FCED9F99}" type="parTrans" cxnId="{46F4B602-4473-463F-8081-AA5EA11C05D0}">
      <dgm:prSet/>
      <dgm:spPr/>
      <dgm:t>
        <a:bodyPr/>
        <a:lstStyle/>
        <a:p>
          <a:endParaRPr lang="en-US"/>
        </a:p>
      </dgm:t>
    </dgm:pt>
    <dgm:pt modelId="{18A7547A-0F13-4122-8051-1265E43C9D68}" type="sibTrans" cxnId="{46F4B602-4473-463F-8081-AA5EA11C05D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0A2ACB9-D8F6-4B52-88DD-052EE41B7252}">
      <dgm:prSet/>
      <dgm:spPr/>
      <dgm:t>
        <a:bodyPr/>
        <a:lstStyle/>
        <a:p>
          <a:r>
            <a:rPr lang="en-US"/>
            <a:t>Parallels with NLP emphasize challenges in semantics, context, and cultural bias</a:t>
          </a:r>
        </a:p>
      </dgm:t>
    </dgm:pt>
    <dgm:pt modelId="{C7122A37-9F5B-4A90-BC70-1D4721CE5ADD}" type="parTrans" cxnId="{2872FA30-AD6C-4541-AF89-251FAE0A28E6}">
      <dgm:prSet/>
      <dgm:spPr/>
      <dgm:t>
        <a:bodyPr/>
        <a:lstStyle/>
        <a:p>
          <a:endParaRPr lang="en-US"/>
        </a:p>
      </dgm:t>
    </dgm:pt>
    <dgm:pt modelId="{91C64969-E9BC-4F53-BA8B-2C35BEAE72C7}" type="sibTrans" cxnId="{2872FA30-AD6C-4541-AF89-251FAE0A28E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502CB37-CF9B-484C-BA9B-A1970C33FA0C}">
      <dgm:prSet/>
      <dgm:spPr/>
      <dgm:t>
        <a:bodyPr/>
        <a:lstStyle/>
        <a:p>
          <a:r>
            <a:rPr lang="en-US"/>
            <a:t>The movie inspires innovative thinking in AI and human-language interaction</a:t>
          </a:r>
        </a:p>
      </dgm:t>
    </dgm:pt>
    <dgm:pt modelId="{DCF2DC0A-FB75-478F-B17A-E536AD3AF6B5}" type="parTrans" cxnId="{FEEFE0F2-90AD-4E3C-918A-ED2437AD6C65}">
      <dgm:prSet/>
      <dgm:spPr/>
      <dgm:t>
        <a:bodyPr/>
        <a:lstStyle/>
        <a:p>
          <a:endParaRPr lang="en-US"/>
        </a:p>
      </dgm:t>
    </dgm:pt>
    <dgm:pt modelId="{40586B12-3DB5-4400-9D05-DDB4B535C2D4}" type="sibTrans" cxnId="{FEEFE0F2-90AD-4E3C-918A-ED2437AD6C6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A240375-51FD-493C-805B-07CAF20F10B3}" type="pres">
      <dgm:prSet presAssocID="{13A67058-6538-4617-8C85-7C2DD33128F0}" presName="Name0" presStyleCnt="0">
        <dgm:presLayoutVars>
          <dgm:animLvl val="lvl"/>
          <dgm:resizeHandles val="exact"/>
        </dgm:presLayoutVars>
      </dgm:prSet>
      <dgm:spPr/>
    </dgm:pt>
    <dgm:pt modelId="{1205B130-B8CA-402D-90C8-F2021A9EB7E8}" type="pres">
      <dgm:prSet presAssocID="{4E6934BA-967A-475D-B0AD-82721DA9E24A}" presName="compositeNode" presStyleCnt="0">
        <dgm:presLayoutVars>
          <dgm:bulletEnabled val="1"/>
        </dgm:presLayoutVars>
      </dgm:prSet>
      <dgm:spPr/>
    </dgm:pt>
    <dgm:pt modelId="{86BD7A10-22F7-45BD-BE9F-62E06E1643CE}" type="pres">
      <dgm:prSet presAssocID="{4E6934BA-967A-475D-B0AD-82721DA9E24A}" presName="bgRect" presStyleLbl="bgAccFollowNode1" presStyleIdx="0" presStyleCnt="3"/>
      <dgm:spPr/>
    </dgm:pt>
    <dgm:pt modelId="{F058A830-051C-478E-9307-B3F2DBB0F1A3}" type="pres">
      <dgm:prSet presAssocID="{18A7547A-0F13-4122-8051-1265E43C9D68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D3BED4EB-58A4-4F5F-9B3E-363623FF7F70}" type="pres">
      <dgm:prSet presAssocID="{4E6934BA-967A-475D-B0AD-82721DA9E24A}" presName="bottomLine" presStyleLbl="alignNode1" presStyleIdx="1" presStyleCnt="6">
        <dgm:presLayoutVars/>
      </dgm:prSet>
      <dgm:spPr/>
    </dgm:pt>
    <dgm:pt modelId="{E226A801-C0BB-47F3-86E5-FB5C16D49223}" type="pres">
      <dgm:prSet presAssocID="{4E6934BA-967A-475D-B0AD-82721DA9E24A}" presName="nodeText" presStyleLbl="bgAccFollowNode1" presStyleIdx="0" presStyleCnt="3">
        <dgm:presLayoutVars>
          <dgm:bulletEnabled val="1"/>
        </dgm:presLayoutVars>
      </dgm:prSet>
      <dgm:spPr/>
    </dgm:pt>
    <dgm:pt modelId="{43512055-63CF-4E45-B53F-0C4F7FCA6F9F}" type="pres">
      <dgm:prSet presAssocID="{18A7547A-0F13-4122-8051-1265E43C9D68}" presName="sibTrans" presStyleCnt="0"/>
      <dgm:spPr/>
    </dgm:pt>
    <dgm:pt modelId="{F2602051-0FD7-475B-903B-6BA3D0D9B56F}" type="pres">
      <dgm:prSet presAssocID="{10A2ACB9-D8F6-4B52-88DD-052EE41B7252}" presName="compositeNode" presStyleCnt="0">
        <dgm:presLayoutVars>
          <dgm:bulletEnabled val="1"/>
        </dgm:presLayoutVars>
      </dgm:prSet>
      <dgm:spPr/>
    </dgm:pt>
    <dgm:pt modelId="{3D4A4189-9AB7-44B7-9DE9-C9EB2E95EB6B}" type="pres">
      <dgm:prSet presAssocID="{10A2ACB9-D8F6-4B52-88DD-052EE41B7252}" presName="bgRect" presStyleLbl="bgAccFollowNode1" presStyleIdx="1" presStyleCnt="3"/>
      <dgm:spPr/>
    </dgm:pt>
    <dgm:pt modelId="{E6CB6013-DF35-419F-BC39-664A6F081273}" type="pres">
      <dgm:prSet presAssocID="{91C64969-E9BC-4F53-BA8B-2C35BEAE72C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418B1F5-05C1-4515-B33C-FF03D80C5531}" type="pres">
      <dgm:prSet presAssocID="{10A2ACB9-D8F6-4B52-88DD-052EE41B7252}" presName="bottomLine" presStyleLbl="alignNode1" presStyleIdx="3" presStyleCnt="6">
        <dgm:presLayoutVars/>
      </dgm:prSet>
      <dgm:spPr/>
    </dgm:pt>
    <dgm:pt modelId="{93522F65-0230-4ADE-84ED-83432901F04C}" type="pres">
      <dgm:prSet presAssocID="{10A2ACB9-D8F6-4B52-88DD-052EE41B7252}" presName="nodeText" presStyleLbl="bgAccFollowNode1" presStyleIdx="1" presStyleCnt="3">
        <dgm:presLayoutVars>
          <dgm:bulletEnabled val="1"/>
        </dgm:presLayoutVars>
      </dgm:prSet>
      <dgm:spPr/>
    </dgm:pt>
    <dgm:pt modelId="{BB0F788E-49DD-444C-B99C-0EF7C1572656}" type="pres">
      <dgm:prSet presAssocID="{91C64969-E9BC-4F53-BA8B-2C35BEAE72C7}" presName="sibTrans" presStyleCnt="0"/>
      <dgm:spPr/>
    </dgm:pt>
    <dgm:pt modelId="{4F360D79-D1E2-4812-9039-A1896A726424}" type="pres">
      <dgm:prSet presAssocID="{8502CB37-CF9B-484C-BA9B-A1970C33FA0C}" presName="compositeNode" presStyleCnt="0">
        <dgm:presLayoutVars>
          <dgm:bulletEnabled val="1"/>
        </dgm:presLayoutVars>
      </dgm:prSet>
      <dgm:spPr/>
    </dgm:pt>
    <dgm:pt modelId="{1489D1CC-6F94-4172-8E7E-56DE4EE910A6}" type="pres">
      <dgm:prSet presAssocID="{8502CB37-CF9B-484C-BA9B-A1970C33FA0C}" presName="bgRect" presStyleLbl="bgAccFollowNode1" presStyleIdx="2" presStyleCnt="3"/>
      <dgm:spPr/>
    </dgm:pt>
    <dgm:pt modelId="{114119DC-F42A-4758-84E7-0951D9CF6C64}" type="pres">
      <dgm:prSet presAssocID="{40586B12-3DB5-4400-9D05-DDB4B535C2D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1B76134-FF0A-41FA-85B5-E958D323DB01}" type="pres">
      <dgm:prSet presAssocID="{8502CB37-CF9B-484C-BA9B-A1970C33FA0C}" presName="bottomLine" presStyleLbl="alignNode1" presStyleIdx="5" presStyleCnt="6">
        <dgm:presLayoutVars/>
      </dgm:prSet>
      <dgm:spPr/>
    </dgm:pt>
    <dgm:pt modelId="{3313DBA3-B80B-4701-B51B-A42A8096EE47}" type="pres">
      <dgm:prSet presAssocID="{8502CB37-CF9B-484C-BA9B-A1970C33FA0C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6F4B602-4473-463F-8081-AA5EA11C05D0}" srcId="{13A67058-6538-4617-8C85-7C2DD33128F0}" destId="{4E6934BA-967A-475D-B0AD-82721DA9E24A}" srcOrd="0" destOrd="0" parTransId="{1512377F-1673-41C4-B73C-EB64FCED9F99}" sibTransId="{18A7547A-0F13-4122-8051-1265E43C9D68}"/>
    <dgm:cxn modelId="{A3D71B0E-7163-4F94-911B-7EB5FC372159}" type="presOf" srcId="{10A2ACB9-D8F6-4B52-88DD-052EE41B7252}" destId="{3D4A4189-9AB7-44B7-9DE9-C9EB2E95EB6B}" srcOrd="0" destOrd="0" presId="urn:microsoft.com/office/officeart/2016/7/layout/BasicLinearProcessNumbered"/>
    <dgm:cxn modelId="{271A6F26-E010-4304-85B3-2412249D0CFD}" type="presOf" srcId="{10A2ACB9-D8F6-4B52-88DD-052EE41B7252}" destId="{93522F65-0230-4ADE-84ED-83432901F04C}" srcOrd="1" destOrd="0" presId="urn:microsoft.com/office/officeart/2016/7/layout/BasicLinearProcessNumbered"/>
    <dgm:cxn modelId="{118E2C2B-CEDA-46D2-81B7-9D6E45D6E25B}" type="presOf" srcId="{40586B12-3DB5-4400-9D05-DDB4B535C2D4}" destId="{114119DC-F42A-4758-84E7-0951D9CF6C64}" srcOrd="0" destOrd="0" presId="urn:microsoft.com/office/officeart/2016/7/layout/BasicLinearProcessNumbered"/>
    <dgm:cxn modelId="{2872FA30-AD6C-4541-AF89-251FAE0A28E6}" srcId="{13A67058-6538-4617-8C85-7C2DD33128F0}" destId="{10A2ACB9-D8F6-4B52-88DD-052EE41B7252}" srcOrd="1" destOrd="0" parTransId="{C7122A37-9F5B-4A90-BC70-1D4721CE5ADD}" sibTransId="{91C64969-E9BC-4F53-BA8B-2C35BEAE72C7}"/>
    <dgm:cxn modelId="{BE16295D-6C2B-4F24-ABD4-1BAEEE0B083D}" type="presOf" srcId="{13A67058-6538-4617-8C85-7C2DD33128F0}" destId="{7A240375-51FD-493C-805B-07CAF20F10B3}" srcOrd="0" destOrd="0" presId="urn:microsoft.com/office/officeart/2016/7/layout/BasicLinearProcessNumbered"/>
    <dgm:cxn modelId="{6D13D34C-1CDE-4DAC-98FD-3F9B65ECF0BB}" type="presOf" srcId="{8502CB37-CF9B-484C-BA9B-A1970C33FA0C}" destId="{1489D1CC-6F94-4172-8E7E-56DE4EE910A6}" srcOrd="0" destOrd="0" presId="urn:microsoft.com/office/officeart/2016/7/layout/BasicLinearProcessNumbered"/>
    <dgm:cxn modelId="{86F9078D-BD38-412F-B3E8-6B3D4925CCA7}" type="presOf" srcId="{4E6934BA-967A-475D-B0AD-82721DA9E24A}" destId="{E226A801-C0BB-47F3-86E5-FB5C16D49223}" srcOrd="1" destOrd="0" presId="urn:microsoft.com/office/officeart/2016/7/layout/BasicLinearProcessNumbered"/>
    <dgm:cxn modelId="{28CE3F9C-6D12-4661-82D8-3D8E18977831}" type="presOf" srcId="{18A7547A-0F13-4122-8051-1265E43C9D68}" destId="{F058A830-051C-478E-9307-B3F2DBB0F1A3}" srcOrd="0" destOrd="0" presId="urn:microsoft.com/office/officeart/2016/7/layout/BasicLinearProcessNumbered"/>
    <dgm:cxn modelId="{A3F68ABE-ECF6-48DB-89E0-873F231F1C32}" type="presOf" srcId="{4E6934BA-967A-475D-B0AD-82721DA9E24A}" destId="{86BD7A10-22F7-45BD-BE9F-62E06E1643CE}" srcOrd="0" destOrd="0" presId="urn:microsoft.com/office/officeart/2016/7/layout/BasicLinearProcessNumbered"/>
    <dgm:cxn modelId="{99317CDC-70A5-4757-896C-095AF9425D70}" type="presOf" srcId="{8502CB37-CF9B-484C-BA9B-A1970C33FA0C}" destId="{3313DBA3-B80B-4701-B51B-A42A8096EE47}" srcOrd="1" destOrd="0" presId="urn:microsoft.com/office/officeart/2016/7/layout/BasicLinearProcessNumbered"/>
    <dgm:cxn modelId="{B2C520E1-2846-4787-A3C1-ED65616497C6}" type="presOf" srcId="{91C64969-E9BC-4F53-BA8B-2C35BEAE72C7}" destId="{E6CB6013-DF35-419F-BC39-664A6F081273}" srcOrd="0" destOrd="0" presId="urn:microsoft.com/office/officeart/2016/7/layout/BasicLinearProcessNumbered"/>
    <dgm:cxn modelId="{FEEFE0F2-90AD-4E3C-918A-ED2437AD6C65}" srcId="{13A67058-6538-4617-8C85-7C2DD33128F0}" destId="{8502CB37-CF9B-484C-BA9B-A1970C33FA0C}" srcOrd="2" destOrd="0" parTransId="{DCF2DC0A-FB75-478F-B17A-E536AD3AF6B5}" sibTransId="{40586B12-3DB5-4400-9D05-DDB4B535C2D4}"/>
    <dgm:cxn modelId="{B8E11A8E-E046-4DD5-B062-C305EDF26CC7}" type="presParOf" srcId="{7A240375-51FD-493C-805B-07CAF20F10B3}" destId="{1205B130-B8CA-402D-90C8-F2021A9EB7E8}" srcOrd="0" destOrd="0" presId="urn:microsoft.com/office/officeart/2016/7/layout/BasicLinearProcessNumbered"/>
    <dgm:cxn modelId="{6012F330-5DF3-4231-9F42-F8B2395B9F1D}" type="presParOf" srcId="{1205B130-B8CA-402D-90C8-F2021A9EB7E8}" destId="{86BD7A10-22F7-45BD-BE9F-62E06E1643CE}" srcOrd="0" destOrd="0" presId="urn:microsoft.com/office/officeart/2016/7/layout/BasicLinearProcessNumbered"/>
    <dgm:cxn modelId="{2666D89C-78DD-410E-8E4F-C907AD0615CE}" type="presParOf" srcId="{1205B130-B8CA-402D-90C8-F2021A9EB7E8}" destId="{F058A830-051C-478E-9307-B3F2DBB0F1A3}" srcOrd="1" destOrd="0" presId="urn:microsoft.com/office/officeart/2016/7/layout/BasicLinearProcessNumbered"/>
    <dgm:cxn modelId="{03626960-3563-4FE1-986D-2D051CE5277C}" type="presParOf" srcId="{1205B130-B8CA-402D-90C8-F2021A9EB7E8}" destId="{D3BED4EB-58A4-4F5F-9B3E-363623FF7F70}" srcOrd="2" destOrd="0" presId="urn:microsoft.com/office/officeart/2016/7/layout/BasicLinearProcessNumbered"/>
    <dgm:cxn modelId="{4B5C4EA0-1F70-4632-80D6-569A901B7A82}" type="presParOf" srcId="{1205B130-B8CA-402D-90C8-F2021A9EB7E8}" destId="{E226A801-C0BB-47F3-86E5-FB5C16D49223}" srcOrd="3" destOrd="0" presId="urn:microsoft.com/office/officeart/2016/7/layout/BasicLinearProcessNumbered"/>
    <dgm:cxn modelId="{505DE7C7-D5D0-406D-8D63-8B56C593BC59}" type="presParOf" srcId="{7A240375-51FD-493C-805B-07CAF20F10B3}" destId="{43512055-63CF-4E45-B53F-0C4F7FCA6F9F}" srcOrd="1" destOrd="0" presId="urn:microsoft.com/office/officeart/2016/7/layout/BasicLinearProcessNumbered"/>
    <dgm:cxn modelId="{2B15C453-F9F9-4365-832A-CDB6E2F54ECE}" type="presParOf" srcId="{7A240375-51FD-493C-805B-07CAF20F10B3}" destId="{F2602051-0FD7-475B-903B-6BA3D0D9B56F}" srcOrd="2" destOrd="0" presId="urn:microsoft.com/office/officeart/2016/7/layout/BasicLinearProcessNumbered"/>
    <dgm:cxn modelId="{F2BE39CB-E5C3-4974-A23C-ACA71F29E092}" type="presParOf" srcId="{F2602051-0FD7-475B-903B-6BA3D0D9B56F}" destId="{3D4A4189-9AB7-44B7-9DE9-C9EB2E95EB6B}" srcOrd="0" destOrd="0" presId="urn:microsoft.com/office/officeart/2016/7/layout/BasicLinearProcessNumbered"/>
    <dgm:cxn modelId="{6AB95118-7379-4F17-B472-FF6F4AC18EA1}" type="presParOf" srcId="{F2602051-0FD7-475B-903B-6BA3D0D9B56F}" destId="{E6CB6013-DF35-419F-BC39-664A6F081273}" srcOrd="1" destOrd="0" presId="urn:microsoft.com/office/officeart/2016/7/layout/BasicLinearProcessNumbered"/>
    <dgm:cxn modelId="{D1AC401A-15A5-43C3-BC3F-7E5A864AC20D}" type="presParOf" srcId="{F2602051-0FD7-475B-903B-6BA3D0D9B56F}" destId="{2418B1F5-05C1-4515-B33C-FF03D80C5531}" srcOrd="2" destOrd="0" presId="urn:microsoft.com/office/officeart/2016/7/layout/BasicLinearProcessNumbered"/>
    <dgm:cxn modelId="{CB23CEAD-8650-48BB-AA9D-3A593DDF750F}" type="presParOf" srcId="{F2602051-0FD7-475B-903B-6BA3D0D9B56F}" destId="{93522F65-0230-4ADE-84ED-83432901F04C}" srcOrd="3" destOrd="0" presId="urn:microsoft.com/office/officeart/2016/7/layout/BasicLinearProcessNumbered"/>
    <dgm:cxn modelId="{6EBFDC6D-FE2C-4F95-BFA8-E193C495C1BD}" type="presParOf" srcId="{7A240375-51FD-493C-805B-07CAF20F10B3}" destId="{BB0F788E-49DD-444C-B99C-0EF7C1572656}" srcOrd="3" destOrd="0" presId="urn:microsoft.com/office/officeart/2016/7/layout/BasicLinearProcessNumbered"/>
    <dgm:cxn modelId="{93710072-3BFD-44AE-A24B-0937EADB4568}" type="presParOf" srcId="{7A240375-51FD-493C-805B-07CAF20F10B3}" destId="{4F360D79-D1E2-4812-9039-A1896A726424}" srcOrd="4" destOrd="0" presId="urn:microsoft.com/office/officeart/2016/7/layout/BasicLinearProcessNumbered"/>
    <dgm:cxn modelId="{D1E3214A-9FB0-4C62-8837-331A181D00E3}" type="presParOf" srcId="{4F360D79-D1E2-4812-9039-A1896A726424}" destId="{1489D1CC-6F94-4172-8E7E-56DE4EE910A6}" srcOrd="0" destOrd="0" presId="urn:microsoft.com/office/officeart/2016/7/layout/BasicLinearProcessNumbered"/>
    <dgm:cxn modelId="{433DCC89-E4E7-4731-98DA-A0FF9B357DD9}" type="presParOf" srcId="{4F360D79-D1E2-4812-9039-A1896A726424}" destId="{114119DC-F42A-4758-84E7-0951D9CF6C64}" srcOrd="1" destOrd="0" presId="urn:microsoft.com/office/officeart/2016/7/layout/BasicLinearProcessNumbered"/>
    <dgm:cxn modelId="{31AB7DF1-D41C-4DB7-A0AA-8AA8A2213E9F}" type="presParOf" srcId="{4F360D79-D1E2-4812-9039-A1896A726424}" destId="{E1B76134-FF0A-41FA-85B5-E958D323DB01}" srcOrd="2" destOrd="0" presId="urn:microsoft.com/office/officeart/2016/7/layout/BasicLinearProcessNumbered"/>
    <dgm:cxn modelId="{5B077DBD-A748-4B46-9552-B7DC37B9ED62}" type="presParOf" srcId="{4F360D79-D1E2-4812-9039-A1896A726424}" destId="{3313DBA3-B80B-4701-B51B-A42A8096EE4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1AB97-1EBB-4BF8-BD09-94D84A42EA8F}">
      <dsp:nvSpPr>
        <dsp:cNvPr id="0" name=""/>
        <dsp:cNvSpPr/>
      </dsp:nvSpPr>
      <dsp:spPr>
        <a:xfrm>
          <a:off x="0" y="4145"/>
          <a:ext cx="3684104" cy="619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3AA95-6DA0-4DE4-B920-FAAAF044E4E3}">
      <dsp:nvSpPr>
        <dsp:cNvPr id="0" name=""/>
        <dsp:cNvSpPr/>
      </dsp:nvSpPr>
      <dsp:spPr>
        <a:xfrm>
          <a:off x="18728" y="18075"/>
          <a:ext cx="34084" cy="340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55E06-E31D-41EE-B073-8EC058C00EA9}">
      <dsp:nvSpPr>
        <dsp:cNvPr id="0" name=""/>
        <dsp:cNvSpPr/>
      </dsp:nvSpPr>
      <dsp:spPr>
        <a:xfrm>
          <a:off x="71540" y="4145"/>
          <a:ext cx="3254163" cy="944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22" tIns="99922" rIns="99922" bIns="999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Scene: Banks and her team first meet the Heptapods behind a glass wall.</a:t>
          </a:r>
        </a:p>
      </dsp:txBody>
      <dsp:txXfrm>
        <a:off x="71540" y="4145"/>
        <a:ext cx="3254163" cy="944146"/>
      </dsp:txXfrm>
    </dsp:sp>
    <dsp:sp modelId="{308D369D-FCCE-4459-9256-5BAB69E94635}">
      <dsp:nvSpPr>
        <dsp:cNvPr id="0" name=""/>
        <dsp:cNvSpPr/>
      </dsp:nvSpPr>
      <dsp:spPr>
        <a:xfrm>
          <a:off x="0" y="1102438"/>
          <a:ext cx="3684104" cy="619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D2CDA-49FD-4355-BB5B-830EFE701470}">
      <dsp:nvSpPr>
        <dsp:cNvPr id="0" name=""/>
        <dsp:cNvSpPr/>
      </dsp:nvSpPr>
      <dsp:spPr>
        <a:xfrm>
          <a:off x="18728" y="1116368"/>
          <a:ext cx="34084" cy="340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5F959-2F4D-45C2-BB0D-BA33FDA7587C}">
      <dsp:nvSpPr>
        <dsp:cNvPr id="0" name=""/>
        <dsp:cNvSpPr/>
      </dsp:nvSpPr>
      <dsp:spPr>
        <a:xfrm>
          <a:off x="71540" y="1102438"/>
          <a:ext cx="3254163" cy="944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22" tIns="99922" rIns="99922" bIns="999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Problem: No shared language or reference pure unsupervised learning.</a:t>
          </a:r>
        </a:p>
      </dsp:txBody>
      <dsp:txXfrm>
        <a:off x="71540" y="1102438"/>
        <a:ext cx="3254163" cy="944146"/>
      </dsp:txXfrm>
    </dsp:sp>
    <dsp:sp modelId="{5FC3AEB7-8DB3-481D-B102-519B09C2FE47}">
      <dsp:nvSpPr>
        <dsp:cNvPr id="0" name=""/>
        <dsp:cNvSpPr/>
      </dsp:nvSpPr>
      <dsp:spPr>
        <a:xfrm>
          <a:off x="0" y="2200731"/>
          <a:ext cx="3684104" cy="619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27498-1952-4DCA-9763-E6F72EA1E355}">
      <dsp:nvSpPr>
        <dsp:cNvPr id="0" name=""/>
        <dsp:cNvSpPr/>
      </dsp:nvSpPr>
      <dsp:spPr>
        <a:xfrm>
          <a:off x="18728" y="2214661"/>
          <a:ext cx="34084" cy="340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2DD2C-DD5E-4CDC-8B89-D9898FF1BE55}">
      <dsp:nvSpPr>
        <dsp:cNvPr id="0" name=""/>
        <dsp:cNvSpPr/>
      </dsp:nvSpPr>
      <dsp:spPr>
        <a:xfrm>
          <a:off x="71540" y="2200731"/>
          <a:ext cx="3254163" cy="944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22" tIns="99922" rIns="99922" bIns="999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Heptapod Language: Circular ink logograms complex, non-linear symbols.</a:t>
          </a:r>
        </a:p>
      </dsp:txBody>
      <dsp:txXfrm>
        <a:off x="71540" y="2200731"/>
        <a:ext cx="3254163" cy="944146"/>
      </dsp:txXfrm>
    </dsp:sp>
    <dsp:sp modelId="{54BE493B-5AAF-4D1A-928B-8A9A83216924}">
      <dsp:nvSpPr>
        <dsp:cNvPr id="0" name=""/>
        <dsp:cNvSpPr/>
      </dsp:nvSpPr>
      <dsp:spPr>
        <a:xfrm>
          <a:off x="0" y="3299024"/>
          <a:ext cx="3684104" cy="6191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1001D0-412D-4C4C-96DD-EFD3CC8FA3D0}">
      <dsp:nvSpPr>
        <dsp:cNvPr id="0" name=""/>
        <dsp:cNvSpPr/>
      </dsp:nvSpPr>
      <dsp:spPr>
        <a:xfrm>
          <a:off x="18746" y="3312954"/>
          <a:ext cx="34084" cy="340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0032A-209E-4F8E-81C8-DE02DE3662D5}">
      <dsp:nvSpPr>
        <dsp:cNvPr id="0" name=""/>
        <dsp:cNvSpPr/>
      </dsp:nvSpPr>
      <dsp:spPr>
        <a:xfrm>
          <a:off x="71577" y="3299024"/>
          <a:ext cx="3254163" cy="944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922" tIns="99922" rIns="99922" bIns="9992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Human Attempt: Start with supervised methods showing labeled signs like “HUMAN,” but no way to confirm mutual understanding.</a:t>
          </a:r>
        </a:p>
      </dsp:txBody>
      <dsp:txXfrm>
        <a:off x="71577" y="3299024"/>
        <a:ext cx="3254163" cy="944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79D6C-741D-4327-9E51-4C4CBBA7F9C6}">
      <dsp:nvSpPr>
        <dsp:cNvPr id="0" name=""/>
        <dsp:cNvSpPr/>
      </dsp:nvSpPr>
      <dsp:spPr>
        <a:xfrm>
          <a:off x="0" y="0"/>
          <a:ext cx="81704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99E65-E553-43D9-ACF4-8155244632D5}">
      <dsp:nvSpPr>
        <dsp:cNvPr id="0" name=""/>
        <dsp:cNvSpPr/>
      </dsp:nvSpPr>
      <dsp:spPr>
        <a:xfrm>
          <a:off x="0" y="0"/>
          <a:ext cx="8170467" cy="57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Labels:There’s no dictionary or meaning guide  just unknown symbols.</a:t>
          </a:r>
        </a:p>
      </dsp:txBody>
      <dsp:txXfrm>
        <a:off x="0" y="0"/>
        <a:ext cx="8170467" cy="577081"/>
      </dsp:txXfrm>
    </dsp:sp>
    <dsp:sp modelId="{ED03ECF0-6ACE-46C8-8883-8CB1F303A531}">
      <dsp:nvSpPr>
        <dsp:cNvPr id="0" name=""/>
        <dsp:cNvSpPr/>
      </dsp:nvSpPr>
      <dsp:spPr>
        <a:xfrm>
          <a:off x="0" y="577080"/>
          <a:ext cx="81704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23DE1-77D4-40DB-A255-9A8C4402D70E}">
      <dsp:nvSpPr>
        <dsp:cNvPr id="0" name=""/>
        <dsp:cNvSpPr/>
      </dsp:nvSpPr>
      <dsp:spPr>
        <a:xfrm>
          <a:off x="0" y="577081"/>
          <a:ext cx="8170467" cy="57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“Chicken and Egg” Issue:Banks can’t ask big questions until both sides understand basic words.</a:t>
          </a:r>
        </a:p>
      </dsp:txBody>
      <dsp:txXfrm>
        <a:off x="0" y="577081"/>
        <a:ext cx="8170467" cy="577081"/>
      </dsp:txXfrm>
    </dsp:sp>
    <dsp:sp modelId="{D9D0C740-5E8A-4CE4-9190-9350CCE1CD0D}">
      <dsp:nvSpPr>
        <dsp:cNvPr id="0" name=""/>
        <dsp:cNvSpPr/>
      </dsp:nvSpPr>
      <dsp:spPr>
        <a:xfrm>
          <a:off x="0" y="1154161"/>
          <a:ext cx="81704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FD14C-A091-4B0B-A91B-45835F4CB793}">
      <dsp:nvSpPr>
        <dsp:cNvPr id="0" name=""/>
        <dsp:cNvSpPr/>
      </dsp:nvSpPr>
      <dsp:spPr>
        <a:xfrm>
          <a:off x="0" y="1154162"/>
          <a:ext cx="8170467" cy="57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Different Way of Thinking:The Heptapods’ language shows the whole idea at once, not word by word.</a:t>
          </a:r>
        </a:p>
      </dsp:txBody>
      <dsp:txXfrm>
        <a:off x="0" y="1154162"/>
        <a:ext cx="8170467" cy="577081"/>
      </dsp:txXfrm>
    </dsp:sp>
    <dsp:sp modelId="{C9366063-58CE-4DC2-90DD-74CB3B37F974}">
      <dsp:nvSpPr>
        <dsp:cNvPr id="0" name=""/>
        <dsp:cNvSpPr/>
      </dsp:nvSpPr>
      <dsp:spPr>
        <a:xfrm>
          <a:off x="0" y="1731242"/>
          <a:ext cx="817046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BC35F-2508-4955-896C-B24EC81E27DE}">
      <dsp:nvSpPr>
        <dsp:cNvPr id="0" name=""/>
        <dsp:cNvSpPr/>
      </dsp:nvSpPr>
      <dsp:spPr>
        <a:xfrm>
          <a:off x="0" y="1731243"/>
          <a:ext cx="8170467" cy="57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➜ Banks must turn this complex pattern into something humans can understand.</a:t>
          </a:r>
        </a:p>
      </dsp:txBody>
      <dsp:txXfrm>
        <a:off x="0" y="1731243"/>
        <a:ext cx="8170467" cy="5770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6BFF9-A561-42D9-ACD7-55E9C5ADD107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1C3D8A-695D-44E3-9771-85C298E89E4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31673-FE60-4B98-B214-E79F5E4411B3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Rule-Based NLP: spaCy, NLTK</a:t>
          </a:r>
        </a:p>
      </dsp:txBody>
      <dsp:txXfrm>
        <a:off x="1428292" y="2439"/>
        <a:ext cx="3297908" cy="1236616"/>
      </dsp:txXfrm>
    </dsp:sp>
    <dsp:sp modelId="{4389B6C8-0B2A-4E38-8602-FAA262FFAA9A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826D0-EF11-4479-930C-D78F97D4A47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2F69D-61D8-47E5-8193-57F4322EA38A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Statistical NLP: Hidden Markov Models, n-grams</a:t>
          </a:r>
        </a:p>
      </dsp:txBody>
      <dsp:txXfrm>
        <a:off x="1428292" y="1548210"/>
        <a:ext cx="3297908" cy="1236616"/>
      </dsp:txXfrm>
    </dsp:sp>
    <dsp:sp modelId="{1B53F61D-FB02-42C4-950B-11459A4103BD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169BC-9375-4788-B0C5-B591708E5CDF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A006-686D-44A2-B372-DFC96DC35209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Deep NLP: Transformers (BERT, GPT)</a:t>
          </a:r>
        </a:p>
      </dsp:txBody>
      <dsp:txXfrm>
        <a:off x="1428292" y="3093981"/>
        <a:ext cx="3297908" cy="1236616"/>
      </dsp:txXfrm>
    </dsp:sp>
    <dsp:sp modelId="{F2945CD7-0067-45AF-A6EA-383307471584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471FE-7B1C-47FD-A528-2886F76F317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76614-CB25-410B-87AF-B957D94D88BC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Visualization: TensorFlow Playground, Attention Heatmaps</a:t>
          </a:r>
        </a:p>
      </dsp:txBody>
      <dsp:txXfrm>
        <a:off x="1428292" y="4639752"/>
        <a:ext cx="32979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D7A10-22F7-45BD-BE9F-62E06E1643CE}">
      <dsp:nvSpPr>
        <dsp:cNvPr id="0" name=""/>
        <dsp:cNvSpPr/>
      </dsp:nvSpPr>
      <dsp:spPr>
        <a:xfrm>
          <a:off x="0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Arrival bridges science fiction and linguistics to highlight communication barriers</a:t>
          </a:r>
        </a:p>
      </dsp:txBody>
      <dsp:txXfrm>
        <a:off x="0" y="1761617"/>
        <a:ext cx="2464593" cy="2070258"/>
      </dsp:txXfrm>
    </dsp:sp>
    <dsp:sp modelId="{F058A830-051C-478E-9307-B3F2DBB0F1A3}">
      <dsp:nvSpPr>
        <dsp:cNvPr id="0" name=""/>
        <dsp:cNvSpPr/>
      </dsp:nvSpPr>
      <dsp:spPr>
        <a:xfrm>
          <a:off x="714732" y="795496"/>
          <a:ext cx="1035129" cy="103512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6323" y="947087"/>
        <a:ext cx="731947" cy="731947"/>
      </dsp:txXfrm>
    </dsp:sp>
    <dsp:sp modelId="{D3BED4EB-58A4-4F5F-9B3E-363623FF7F70}">
      <dsp:nvSpPr>
        <dsp:cNvPr id="0" name=""/>
        <dsp:cNvSpPr/>
      </dsp:nvSpPr>
      <dsp:spPr>
        <a:xfrm>
          <a:off x="0" y="3900812"/>
          <a:ext cx="2464593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D4A4189-9AB7-44B7-9DE9-C9EB2E95EB6B}">
      <dsp:nvSpPr>
        <dsp:cNvPr id="0" name=""/>
        <dsp:cNvSpPr/>
      </dsp:nvSpPr>
      <dsp:spPr>
        <a:xfrm>
          <a:off x="2711053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Parallels with NLP emphasize challenges in semantics, context, and cultural bias</a:t>
          </a:r>
        </a:p>
      </dsp:txBody>
      <dsp:txXfrm>
        <a:off x="2711053" y="1761617"/>
        <a:ext cx="2464593" cy="2070258"/>
      </dsp:txXfrm>
    </dsp:sp>
    <dsp:sp modelId="{E6CB6013-DF35-419F-BC39-664A6F081273}">
      <dsp:nvSpPr>
        <dsp:cNvPr id="0" name=""/>
        <dsp:cNvSpPr/>
      </dsp:nvSpPr>
      <dsp:spPr>
        <a:xfrm>
          <a:off x="3425785" y="795496"/>
          <a:ext cx="1035129" cy="103512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7376" y="947087"/>
        <a:ext cx="731947" cy="731947"/>
      </dsp:txXfrm>
    </dsp:sp>
    <dsp:sp modelId="{2418B1F5-05C1-4515-B33C-FF03D80C5531}">
      <dsp:nvSpPr>
        <dsp:cNvPr id="0" name=""/>
        <dsp:cNvSpPr/>
      </dsp:nvSpPr>
      <dsp:spPr>
        <a:xfrm>
          <a:off x="2711053" y="3900812"/>
          <a:ext cx="2464593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489D1CC-6F94-4172-8E7E-56DE4EE910A6}">
      <dsp:nvSpPr>
        <dsp:cNvPr id="0" name=""/>
        <dsp:cNvSpPr/>
      </dsp:nvSpPr>
      <dsp:spPr>
        <a:xfrm>
          <a:off x="5422106" y="450453"/>
          <a:ext cx="2464593" cy="34504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movie inspires innovative thinking in AI and human-language interaction</a:t>
          </a:r>
        </a:p>
      </dsp:txBody>
      <dsp:txXfrm>
        <a:off x="5422106" y="1761617"/>
        <a:ext cx="2464593" cy="2070258"/>
      </dsp:txXfrm>
    </dsp:sp>
    <dsp:sp modelId="{114119DC-F42A-4758-84E7-0951D9CF6C64}">
      <dsp:nvSpPr>
        <dsp:cNvPr id="0" name=""/>
        <dsp:cNvSpPr/>
      </dsp:nvSpPr>
      <dsp:spPr>
        <a:xfrm>
          <a:off x="6136838" y="795496"/>
          <a:ext cx="1035129" cy="103512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88429" y="947087"/>
        <a:ext cx="731947" cy="731947"/>
      </dsp:txXfrm>
    </dsp:sp>
    <dsp:sp modelId="{E1B76134-FF0A-41FA-85B5-E958D323DB01}">
      <dsp:nvSpPr>
        <dsp:cNvPr id="0" name=""/>
        <dsp:cNvSpPr/>
      </dsp:nvSpPr>
      <dsp:spPr>
        <a:xfrm>
          <a:off x="5422106" y="3900812"/>
          <a:ext cx="2464593" cy="7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D24ED-9CFB-48F9-9E39-14EDC29DC42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A8581-C660-456D-8EB7-5998DFFAC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0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modern NLP tools mirror the progression Louise followed in decoding the alien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FJNHhA-vWQ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581" y="921715"/>
            <a:ext cx="3872267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3900"/>
              <a:t>Arrival (2016) and NLP: Exploring Communication Challenges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581" y="4541263"/>
            <a:ext cx="3497218" cy="1395022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Team 1 – Waseem/Binte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Course: ITAI 2376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Assignment: A05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</a:rPr>
              <a:t>Instructor: </a:t>
            </a:r>
            <a:r>
              <a:rPr lang="en-US" sz="2000" b="1" dirty="0">
                <a:solidFill>
                  <a:srgbClr val="FFFFFF"/>
                </a:solidFill>
              </a:rPr>
              <a:t>Sitaram Ayyagari</a:t>
            </a:r>
            <a:endParaRPr lang="en-US" sz="2000" dirty="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A96A9F-C2BB-809D-EAD9-3DD95550E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34"/>
          <a:stretch>
            <a:fillRect/>
          </a:stretch>
        </p:blipFill>
        <p:spPr>
          <a:xfrm>
            <a:off x="5484573" y="463404"/>
            <a:ext cx="2763980" cy="555319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edia 3" title="Arrival |Edit">
            <a:hlinkClick r:id="" action="ppaction://media"/>
            <a:extLst>
              <a:ext uri="{FF2B5EF4-FFF2-40B4-BE49-F238E27FC236}">
                <a16:creationId xmlns:a16="http://schemas.microsoft.com/office/drawing/2014/main" id="{A444AFE6-5E4F-5CC5-AEC6-22BD02D97E3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9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AA6DD-D9E0-F1D3-41E7-958067C6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0" y="448721"/>
            <a:ext cx="3535497" cy="12256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chemeClr val="bg1"/>
                </a:solidFill>
              </a:rPr>
              <a:t>The Story: Decoding the Heptapod Language</a:t>
            </a: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</p:txBody>
      </p:sp>
      <p:pic>
        <p:nvPicPr>
          <p:cNvPr id="4" name="Picture 6" descr="Arrival (2016) - Posters — The Movie Database (TMDB)">
            <a:extLst>
              <a:ext uri="{FF2B5EF4-FFF2-40B4-BE49-F238E27FC236}">
                <a16:creationId xmlns:a16="http://schemas.microsoft.com/office/drawing/2014/main" id="{CE4B5BFD-863E-E968-5465-1F4798530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7"/>
          <a:stretch>
            <a:fillRect/>
          </a:stretch>
        </p:blipFill>
        <p:spPr bwMode="auto">
          <a:xfrm>
            <a:off x="606441" y="0"/>
            <a:ext cx="36417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895850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7A22-427D-F30B-3F99-65A5D92E6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850" y="1909192"/>
            <a:ext cx="3535497" cy="364771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>
                <a:solidFill>
                  <a:schemeClr val="bg1"/>
                </a:solidFill>
              </a:rPr>
              <a:t>• Linguist Dr. Louise Banks leads a team to communicate with alien visitors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>
                <a:solidFill>
                  <a:schemeClr val="bg1"/>
                </a:solidFill>
              </a:rPr>
              <a:t>• Aliens (Heptapods) use a circular, non-linear written language called Logograms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>
                <a:solidFill>
                  <a:schemeClr val="bg1"/>
                </a:solidFill>
              </a:rPr>
              <a:t>• Challenge: Understanding a language with no reference point to human communication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>
                <a:solidFill>
                  <a:schemeClr val="bg1"/>
                </a:solidFill>
              </a:rPr>
              <a:t>• Key Theme: Language shapes perception and thought (Sapir-Whorf hypothesis)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>
                <a:solidFill>
                  <a:schemeClr val="bg1"/>
                </a:solidFill>
              </a:rPr>
              <a:t>• Outcome: Understanding the alien language changes Louise's perception of time</a:t>
            </a:r>
          </a:p>
          <a:p>
            <a:pPr>
              <a:lnSpc>
                <a:spcPct val="90000"/>
              </a:lnSpc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895850" y="5707672"/>
            <a:ext cx="35354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15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581" y="685800"/>
            <a:ext cx="3264837" cy="1474666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595959"/>
                </a:solidFill>
              </a:rPr>
              <a:t>NLP Challenges in Arrival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581" y="2447337"/>
            <a:ext cx="3264837" cy="377043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rgbClr val="595959"/>
                </a:solidFill>
              </a:rPr>
              <a:t>Ambiguity – The word 'weapon' misunderstood as threat (semantic ambiguity)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595959"/>
                </a:solidFill>
              </a:rPr>
              <a:t>Syntax &amp; Structure – Heptapod language has no linear order, similar to parsing complex languages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595959"/>
                </a:solidFill>
              </a:rPr>
              <a:t>Context &amp; Meaning – Difficulty mapping symbols to concepts mirrors contextual NLP issues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595959"/>
                </a:solidFill>
              </a:rPr>
              <a:t>Cultural Bias – Different worldviews resemble multilingual or cross-domain NLP problems</a:t>
            </a:r>
          </a:p>
        </p:txBody>
      </p:sp>
      <p:pic>
        <p:nvPicPr>
          <p:cNvPr id="2052" name="Picture 4" descr="Arrival heptapod language logograms | Symbolic tattoos, Inspirational ...">
            <a:extLst>
              <a:ext uri="{FF2B5EF4-FFF2-40B4-BE49-F238E27FC236}">
                <a16:creationId xmlns:a16="http://schemas.microsoft.com/office/drawing/2014/main" id="{D7D09668-947E-ED5A-08DF-F47864F5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417" y="92766"/>
            <a:ext cx="5179199" cy="655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59" y="256766"/>
            <a:ext cx="3596311" cy="1402470"/>
          </a:xfrm>
        </p:spPr>
        <p:txBody>
          <a:bodyPr anchor="t">
            <a:normAutofit/>
          </a:bodyPr>
          <a:lstStyle/>
          <a:p>
            <a:r>
              <a:rPr lang="en-US" sz="1800" dirty="0"/>
              <a:t>Scene Example and NLP Parallels</a:t>
            </a:r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75" y="1032995"/>
            <a:ext cx="3801721" cy="1020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First Interaction – The Challenge of Unsupervised Learning</a:t>
            </a:r>
            <a:endParaRPr lang="en-US" sz="17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B88E4F-9F1A-197B-A434-787C3B3E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1" r="48381"/>
          <a:stretch>
            <a:fillRect/>
          </a:stretch>
        </p:blipFill>
        <p:spPr bwMode="auto">
          <a:xfrm>
            <a:off x="5727141" y="2610683"/>
            <a:ext cx="2913278" cy="407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710BDC-DA2F-44B3-90F0-4CFAC8FBA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173" y="0"/>
            <a:ext cx="3520652" cy="2422467"/>
          </a:xfrm>
          <a:prstGeom prst="rect">
            <a:avLst/>
          </a:prstGeom>
        </p:spPr>
      </p:pic>
      <p:graphicFrame>
        <p:nvGraphicFramePr>
          <p:cNvPr id="2057" name="TextBox 9">
            <a:extLst>
              <a:ext uri="{FF2B5EF4-FFF2-40B4-BE49-F238E27FC236}">
                <a16:creationId xmlns:a16="http://schemas.microsoft.com/office/drawing/2014/main" id="{A36D6AE8-A572-B97E-5B89-B56393A704E1}"/>
              </a:ext>
            </a:extLst>
          </p:cNvPr>
          <p:cNvGraphicFramePr/>
          <p:nvPr/>
        </p:nvGraphicFramePr>
        <p:xfrm>
          <a:off x="251792" y="2029515"/>
          <a:ext cx="3684104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B473-C5A1-FE29-D342-51EDE10C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B39F0146-705E-3BE9-9465-605639FF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CA36D-2E66-40A7-541B-D2C06AD54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52" y="1361620"/>
            <a:ext cx="4769126" cy="1208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Unsupervised Learning Problem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0000F-112B-84E9-DABB-6A7DC295055D}"/>
              </a:ext>
            </a:extLst>
          </p:cNvPr>
          <p:cNvSpPr txBox="1"/>
          <p:nvPr/>
        </p:nvSpPr>
        <p:spPr>
          <a:xfrm>
            <a:off x="278296" y="3013502"/>
            <a:ext cx="84217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machine learning, supervised learning involves using labeled examples to train a model. In contrast, unsupervised learning involves discovering patterns and structure within unlabeled data. Banks faces this challenge: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DA51AA-A4B6-7BD1-199A-7B0D118BD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43" y="214575"/>
            <a:ext cx="3629025" cy="2571750"/>
          </a:xfrm>
          <a:prstGeom prst="rect">
            <a:avLst/>
          </a:prstGeom>
        </p:spPr>
      </p:pic>
      <p:graphicFrame>
        <p:nvGraphicFramePr>
          <p:cNvPr id="2057" name="TextBox 4">
            <a:extLst>
              <a:ext uri="{FF2B5EF4-FFF2-40B4-BE49-F238E27FC236}">
                <a16:creationId xmlns:a16="http://schemas.microsoft.com/office/drawing/2014/main" id="{429B7C14-9E46-C9AA-9C39-ABAB5AD3C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386445"/>
              </p:ext>
            </p:extLst>
          </p:nvPr>
        </p:nvGraphicFramePr>
        <p:xfrm>
          <a:off x="390436" y="4207567"/>
          <a:ext cx="8170467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998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AFDF-625C-113D-CFBC-7B06B111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442B-BB69-DE21-AC35-4FADAE80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US" sz="2800" b="1" dirty="0"/>
              <a:t>Dr. Banks’ Breakthrough</a:t>
            </a:r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5C9141FE-6EF9-042C-77FF-F1614E3E5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4D0B-ED3F-EE04-617F-322B3E1F5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2551176"/>
            <a:ext cx="3064248" cy="3591207"/>
          </a:xfrm>
        </p:spPr>
        <p:txBody>
          <a:bodyPr>
            <a:normAutofit fontScale="92500"/>
          </a:bodyPr>
          <a:lstStyle/>
          <a:p>
            <a:r>
              <a:rPr lang="en-US" sz="1800" b="1" dirty="0"/>
              <a:t>Learning by Doing:</a:t>
            </a:r>
            <a:br>
              <a:rPr lang="en-US" sz="1800" dirty="0"/>
            </a:br>
            <a:r>
              <a:rPr lang="en-US" sz="1800" dirty="0"/>
              <a:t>She doesn’t use a dictionary, she learns by talking and trying again and again.</a:t>
            </a:r>
          </a:p>
          <a:p>
            <a:r>
              <a:rPr lang="en-US" sz="1800" b="1" dirty="0"/>
              <a:t>Spotting Patterns:</a:t>
            </a:r>
            <a:br>
              <a:rPr lang="en-US" sz="1800" dirty="0"/>
            </a:br>
            <a:r>
              <a:rPr lang="en-US" sz="1800" dirty="0"/>
              <a:t>She looks at the symbols and finds what connects them to people and words.</a:t>
            </a:r>
          </a:p>
          <a:p>
            <a:r>
              <a:rPr lang="en-US" sz="1800" b="1" dirty="0"/>
              <a:t>Big Picture Thinking:</a:t>
            </a:r>
            <a:br>
              <a:rPr lang="en-US" sz="1800" dirty="0"/>
            </a:br>
            <a:r>
              <a:rPr lang="en-US" sz="1800" dirty="0"/>
              <a:t>By fully learning their language, she starts to see time and ideas the way the aliens do.</a:t>
            </a:r>
          </a:p>
          <a:p>
            <a:endParaRPr lang="en-US" sz="17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D2FEF9F-A25F-F074-D11C-37E87163B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1" r="48381"/>
          <a:stretch>
            <a:fillRect/>
          </a:stretch>
        </p:blipFill>
        <p:spPr bwMode="auto">
          <a:xfrm>
            <a:off x="4238244" y="10"/>
            <a:ext cx="490575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91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Communication Methods &amp; NLP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Rule-Based Approach – Louise begins by associating symbols with words (manual mapping)</a:t>
            </a:r>
          </a:p>
          <a:p>
            <a:r>
              <a:rPr dirty="0"/>
              <a:t>Statistical Approach – Patterns emerge from frequency of symbols</a:t>
            </a:r>
          </a:p>
          <a:p>
            <a:r>
              <a:rPr dirty="0"/>
              <a:t>Deep NLP – Contextual, holistic understanding mirrors neural networks</a:t>
            </a:r>
          </a:p>
          <a:p>
            <a:r>
              <a:rPr dirty="0"/>
              <a:t>Visualization – Screen tools analogous to modern NLP visualization models like attention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Real-World NLP Tools and Techniques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85FBEF-8240-ECF6-3145-87A773D19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17088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Reflections on Language and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film challenges our idea of linear language understanding</a:t>
            </a:r>
          </a:p>
          <a:p>
            <a:r>
              <a:rPr dirty="0"/>
              <a:t>Demonstrates that true comprehension requires context and perception</a:t>
            </a:r>
          </a:p>
          <a:p>
            <a:r>
              <a:rPr dirty="0"/>
              <a:t>Suggests that meaning is not just encoded but experienced</a:t>
            </a:r>
          </a:p>
          <a:p>
            <a:r>
              <a:rPr dirty="0"/>
              <a:t>Raises questions about whether NLP can ever 'understand' meaning like humans 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0D1FCA-4434-89A8-1CE5-8252ADC21B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814" r="2018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007779E-4CCD-3AD9-07C3-98B2B67BF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51147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DD77349-6ADE-99FE-8E04-12919EE5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B2B92C-44DF-B41D-C67A-EBF175DF5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1EB2F1-D26A-D7C9-E9AC-B63BE629A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16430-53D3-47E5-F4B8-B441E710D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315" y="2308124"/>
            <a:ext cx="5790586" cy="3673576"/>
          </a:xfrm>
        </p:spPr>
        <p:txBody>
          <a:bodyPr>
            <a:normAutofit/>
          </a:bodyPr>
          <a:lstStyle/>
          <a:p>
            <a:r>
              <a:rPr lang="en-US" sz="1700"/>
              <a:t>Villeneuve, D. (Director). (2016). Arrival [Film]. Paramount Pictures.</a:t>
            </a:r>
          </a:p>
          <a:p>
            <a:r>
              <a:rPr lang="en-US" sz="1700"/>
              <a:t>Jurafsky, D., &amp; Martin, J. H. (2023). Speech and Language Processing.</a:t>
            </a:r>
          </a:p>
          <a:p>
            <a:r>
              <a:rPr lang="en-US" sz="1700"/>
              <a:t>Course materials: ITAI 2376 – Challenges of Textual Data and NLP.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637</Words>
  <Application>Microsoft Office PowerPoint</Application>
  <PresentationFormat>On-screen Show (4:3)</PresentationFormat>
  <Paragraphs>59</Paragraphs>
  <Slides>12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Arrival (2016) and NLP: Exploring Communication Challenges</vt:lpstr>
      <vt:lpstr>PowerPoint Presentation</vt:lpstr>
      <vt:lpstr>The Story: Decoding the Heptapod Language </vt:lpstr>
      <vt:lpstr>NLP Challenges in Arrival</vt:lpstr>
      <vt:lpstr>Scene Example and NLP Parallels</vt:lpstr>
      <vt:lpstr>PowerPoint Presentation</vt:lpstr>
      <vt:lpstr>Dr. Banks’ Breakthrough</vt:lpstr>
      <vt:lpstr>Communication Methods &amp; NLP Approaches</vt:lpstr>
      <vt:lpstr>Real-World NLP Tools and Techniques</vt:lpstr>
      <vt:lpstr>Reflections on Language and NLP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binte Zahra</cp:lastModifiedBy>
  <cp:revision>3</cp:revision>
  <dcterms:created xsi:type="dcterms:W3CDTF">2013-01-27T09:14:16Z</dcterms:created>
  <dcterms:modified xsi:type="dcterms:W3CDTF">2025-10-27T02:23:24Z</dcterms:modified>
  <cp:category/>
</cp:coreProperties>
</file>